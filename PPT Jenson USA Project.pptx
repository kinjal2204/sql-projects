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2" r:id="rId1"/>
  </p:sldMasterIdLst>
  <p:sldIdLst>
    <p:sldId id="269" r:id="rId2"/>
    <p:sldId id="274" r:id="rId3"/>
    <p:sldId id="270" r:id="rId4"/>
    <p:sldId id="271" r:id="rId5"/>
    <p:sldId id="272" r:id="rId6"/>
    <p:sldId id="256" r:id="rId7"/>
    <p:sldId id="263" r:id="rId8"/>
    <p:sldId id="257" r:id="rId9"/>
    <p:sldId id="264" r:id="rId10"/>
    <p:sldId id="258" r:id="rId11"/>
    <p:sldId id="265" r:id="rId12"/>
    <p:sldId id="259" r:id="rId13"/>
    <p:sldId id="267" r:id="rId14"/>
    <p:sldId id="266" r:id="rId15"/>
    <p:sldId id="260" r:id="rId16"/>
    <p:sldId id="268" r:id="rId17"/>
    <p:sldId id="26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D9E38C-5240-4AFC-A38C-7311E6A97814}" v="234" dt="2025-09-15T14:41:24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njal Gohil" userId="d800db702ec4f30e" providerId="LiveId" clId="{55EBF6BC-B38F-418C-8CED-F98BC1215B23}"/>
    <pc:docChg chg="undo redo custSel addSld delSld modSld sldOrd modMainMaster">
      <pc:chgData name="Kinjal Gohil" userId="d800db702ec4f30e" providerId="LiveId" clId="{55EBF6BC-B38F-418C-8CED-F98BC1215B23}" dt="2025-09-15T14:41:24.055" v="3208"/>
      <pc:docMkLst>
        <pc:docMk/>
      </pc:docMkLst>
      <pc:sldChg chg="delSp modSp mod modTransition">
        <pc:chgData name="Kinjal Gohil" userId="d800db702ec4f30e" providerId="LiveId" clId="{55EBF6BC-B38F-418C-8CED-F98BC1215B23}" dt="2025-09-15T14:39:15.779" v="3072"/>
        <pc:sldMkLst>
          <pc:docMk/>
          <pc:sldMk cId="1338173409" sldId="256"/>
        </pc:sldMkLst>
        <pc:spChg chg="mod">
          <ac:chgData name="Kinjal Gohil" userId="d800db702ec4f30e" providerId="LiveId" clId="{55EBF6BC-B38F-418C-8CED-F98BC1215B23}" dt="2025-09-15T13:48:22.400" v="2849" actId="255"/>
          <ac:spMkLst>
            <pc:docMk/>
            <pc:sldMk cId="1338173409" sldId="256"/>
            <ac:spMk id="4" creationId="{DE412F55-AE3B-70DE-CFBF-D853E66C6D96}"/>
          </ac:spMkLst>
        </pc:spChg>
      </pc:sldChg>
      <pc:sldChg chg="addSp delSp modSp mod modTransition">
        <pc:chgData name="Kinjal Gohil" userId="d800db702ec4f30e" providerId="LiveId" clId="{55EBF6BC-B38F-418C-8CED-F98BC1215B23}" dt="2025-09-15T14:39:15.779" v="3072"/>
        <pc:sldMkLst>
          <pc:docMk/>
          <pc:sldMk cId="248246584" sldId="257"/>
        </pc:sldMkLst>
        <pc:spChg chg="mod">
          <ac:chgData name="Kinjal Gohil" userId="d800db702ec4f30e" providerId="LiveId" clId="{55EBF6BC-B38F-418C-8CED-F98BC1215B23}" dt="2025-09-15T13:48:51.802" v="2851" actId="1036"/>
          <ac:spMkLst>
            <pc:docMk/>
            <pc:sldMk cId="248246584" sldId="257"/>
            <ac:spMk id="4" creationId="{F72DAEB8-0615-E9E5-C9C6-07FD6C221CDF}"/>
          </ac:spMkLst>
        </pc:spChg>
      </pc:sldChg>
      <pc:sldChg chg="delSp modSp mod modTransition">
        <pc:chgData name="Kinjal Gohil" userId="d800db702ec4f30e" providerId="LiveId" clId="{55EBF6BC-B38F-418C-8CED-F98BC1215B23}" dt="2025-09-15T14:39:15.779" v="3072"/>
        <pc:sldMkLst>
          <pc:docMk/>
          <pc:sldMk cId="1865841156" sldId="258"/>
        </pc:sldMkLst>
        <pc:spChg chg="mod">
          <ac:chgData name="Kinjal Gohil" userId="d800db702ec4f30e" providerId="LiveId" clId="{55EBF6BC-B38F-418C-8CED-F98BC1215B23}" dt="2025-09-15T13:49:13.973" v="2853" actId="255"/>
          <ac:spMkLst>
            <pc:docMk/>
            <pc:sldMk cId="1865841156" sldId="258"/>
            <ac:spMk id="7" creationId="{0B368588-7D25-15B0-024A-65C128292B18}"/>
          </ac:spMkLst>
        </pc:spChg>
      </pc:sldChg>
      <pc:sldChg chg="delSp modSp mod modTransition">
        <pc:chgData name="Kinjal Gohil" userId="d800db702ec4f30e" providerId="LiveId" clId="{55EBF6BC-B38F-418C-8CED-F98BC1215B23}" dt="2025-09-15T14:40:26.261" v="3203" actId="20577"/>
        <pc:sldMkLst>
          <pc:docMk/>
          <pc:sldMk cId="267753893" sldId="259"/>
        </pc:sldMkLst>
        <pc:spChg chg="mod">
          <ac:chgData name="Kinjal Gohil" userId="d800db702ec4f30e" providerId="LiveId" clId="{55EBF6BC-B38F-418C-8CED-F98BC1215B23}" dt="2025-09-15T14:40:26.261" v="3203" actId="20577"/>
          <ac:spMkLst>
            <pc:docMk/>
            <pc:sldMk cId="267753893" sldId="259"/>
            <ac:spMk id="5" creationId="{CE6E6A56-6AB3-D05E-E8C8-149D662E9EEE}"/>
          </ac:spMkLst>
        </pc:spChg>
      </pc:sldChg>
      <pc:sldChg chg="delSp modSp mod modTransition">
        <pc:chgData name="Kinjal Gohil" userId="d800db702ec4f30e" providerId="LiveId" clId="{55EBF6BC-B38F-418C-8CED-F98BC1215B23}" dt="2025-09-15T14:39:15.779" v="3072"/>
        <pc:sldMkLst>
          <pc:docMk/>
          <pc:sldMk cId="750941439" sldId="260"/>
        </pc:sldMkLst>
        <pc:spChg chg="mod">
          <ac:chgData name="Kinjal Gohil" userId="d800db702ec4f30e" providerId="LiveId" clId="{55EBF6BC-B38F-418C-8CED-F98BC1215B23}" dt="2025-09-15T13:51:34.188" v="2868" actId="1076"/>
          <ac:spMkLst>
            <pc:docMk/>
            <pc:sldMk cId="750941439" sldId="260"/>
            <ac:spMk id="4" creationId="{5BE60AF2-220A-056F-7DE6-2CB1333A3B88}"/>
          </ac:spMkLst>
        </pc:spChg>
      </pc:sldChg>
      <pc:sldChg chg="modSp mod modTransition">
        <pc:chgData name="Kinjal Gohil" userId="d800db702ec4f30e" providerId="LiveId" clId="{55EBF6BC-B38F-418C-8CED-F98BC1215B23}" dt="2025-09-15T14:39:15.779" v="3072"/>
        <pc:sldMkLst>
          <pc:docMk/>
          <pc:sldMk cId="373661977" sldId="261"/>
        </pc:sldMkLst>
        <pc:spChg chg="mod">
          <ac:chgData name="Kinjal Gohil" userId="d800db702ec4f30e" providerId="LiveId" clId="{55EBF6BC-B38F-418C-8CED-F98BC1215B23}" dt="2025-09-15T13:53:06.327" v="2878" actId="1076"/>
          <ac:spMkLst>
            <pc:docMk/>
            <pc:sldMk cId="373661977" sldId="261"/>
            <ac:spMk id="4" creationId="{5BC3EFB0-8995-0334-DE05-B6E75AF507FE}"/>
          </ac:spMkLst>
        </pc:spChg>
      </pc:sldChg>
      <pc:sldChg chg="addSp delSp modSp del mod setBg">
        <pc:chgData name="Kinjal Gohil" userId="d800db702ec4f30e" providerId="LiveId" clId="{55EBF6BC-B38F-418C-8CED-F98BC1215B23}" dt="2025-09-10T13:00:17.377" v="422" actId="2696"/>
        <pc:sldMkLst>
          <pc:docMk/>
          <pc:sldMk cId="1724012731" sldId="262"/>
        </pc:sldMkLst>
      </pc:sldChg>
      <pc:sldChg chg="addSp delSp modSp new mod modTransition">
        <pc:chgData name="Kinjal Gohil" userId="d800db702ec4f30e" providerId="LiveId" clId="{55EBF6BC-B38F-418C-8CED-F98BC1215B23}" dt="2025-09-15T14:39:15.779" v="3072"/>
        <pc:sldMkLst>
          <pc:docMk/>
          <pc:sldMk cId="1434866389" sldId="263"/>
        </pc:sldMkLst>
        <pc:spChg chg="add mod">
          <ac:chgData name="Kinjal Gohil" userId="d800db702ec4f30e" providerId="LiveId" clId="{55EBF6BC-B38F-418C-8CED-F98BC1215B23}" dt="2025-09-15T13:45:55.652" v="2841" actId="1076"/>
          <ac:spMkLst>
            <pc:docMk/>
            <pc:sldMk cId="1434866389" sldId="263"/>
            <ac:spMk id="5" creationId="{D6198022-287E-F631-804C-D6F1182C5DA4}"/>
          </ac:spMkLst>
        </pc:spChg>
      </pc:sldChg>
      <pc:sldChg chg="addSp delSp modSp new mod modTransition">
        <pc:chgData name="Kinjal Gohil" userId="d800db702ec4f30e" providerId="LiveId" clId="{55EBF6BC-B38F-418C-8CED-F98BC1215B23}" dt="2025-09-15T14:39:15.779" v="3072"/>
        <pc:sldMkLst>
          <pc:docMk/>
          <pc:sldMk cId="725088385" sldId="264"/>
        </pc:sldMkLst>
        <pc:spChg chg="add mod">
          <ac:chgData name="Kinjal Gohil" userId="d800db702ec4f30e" providerId="LiveId" clId="{55EBF6BC-B38F-418C-8CED-F98BC1215B23}" dt="2025-09-15T13:48:59.727" v="2852" actId="255"/>
          <ac:spMkLst>
            <pc:docMk/>
            <pc:sldMk cId="725088385" sldId="264"/>
            <ac:spMk id="6" creationId="{F6C7CC6B-BF7D-3981-A41F-417C61271786}"/>
          </ac:spMkLst>
        </pc:spChg>
      </pc:sldChg>
      <pc:sldChg chg="addSp delSp modSp new mod modTransition">
        <pc:chgData name="Kinjal Gohil" userId="d800db702ec4f30e" providerId="LiveId" clId="{55EBF6BC-B38F-418C-8CED-F98BC1215B23}" dt="2025-09-15T14:39:15.779" v="3072"/>
        <pc:sldMkLst>
          <pc:docMk/>
          <pc:sldMk cId="3179065875" sldId="265"/>
        </pc:sldMkLst>
        <pc:spChg chg="add mod">
          <ac:chgData name="Kinjal Gohil" userId="d800db702ec4f30e" providerId="LiveId" clId="{55EBF6BC-B38F-418C-8CED-F98BC1215B23}" dt="2025-09-15T13:49:51.782" v="2856" actId="1076"/>
          <ac:spMkLst>
            <pc:docMk/>
            <pc:sldMk cId="3179065875" sldId="265"/>
            <ac:spMk id="8" creationId="{723D0A89-7450-BE7F-4B40-942C973C062D}"/>
          </ac:spMkLst>
        </pc:spChg>
      </pc:sldChg>
      <pc:sldChg chg="addSp delSp modSp new mod modTransition">
        <pc:chgData name="Kinjal Gohil" userId="d800db702ec4f30e" providerId="LiveId" clId="{55EBF6BC-B38F-418C-8CED-F98BC1215B23}" dt="2025-09-15T14:39:15.779" v="3072"/>
        <pc:sldMkLst>
          <pc:docMk/>
          <pc:sldMk cId="2066642301" sldId="266"/>
        </pc:sldMkLst>
        <pc:spChg chg="add mod">
          <ac:chgData name="Kinjal Gohil" userId="d800db702ec4f30e" providerId="LiveId" clId="{55EBF6BC-B38F-418C-8CED-F98BC1215B23}" dt="2025-09-15T13:51:06.283" v="2865" actId="1076"/>
          <ac:spMkLst>
            <pc:docMk/>
            <pc:sldMk cId="2066642301" sldId="266"/>
            <ac:spMk id="7" creationId="{F4ABDED1-400E-D452-AD59-4D4C6FA51D46}"/>
          </ac:spMkLst>
        </pc:spChg>
      </pc:sldChg>
      <pc:sldChg chg="addSp delSp modSp new mod modTransition">
        <pc:chgData name="Kinjal Gohil" userId="d800db702ec4f30e" providerId="LiveId" clId="{55EBF6BC-B38F-418C-8CED-F98BC1215B23}" dt="2025-09-15T14:39:15.779" v="3072"/>
        <pc:sldMkLst>
          <pc:docMk/>
          <pc:sldMk cId="534192057" sldId="267"/>
        </pc:sldMkLst>
        <pc:spChg chg="add mod">
          <ac:chgData name="Kinjal Gohil" userId="d800db702ec4f30e" providerId="LiveId" clId="{55EBF6BC-B38F-418C-8CED-F98BC1215B23}" dt="2025-09-15T13:50:43.262" v="2862" actId="1076"/>
          <ac:spMkLst>
            <pc:docMk/>
            <pc:sldMk cId="534192057" sldId="267"/>
            <ac:spMk id="6" creationId="{BD0B5118-AA52-A772-38EC-E253B3C9FAD0}"/>
          </ac:spMkLst>
        </pc:spChg>
      </pc:sldChg>
      <pc:sldChg chg="addSp delSp modSp new mod modTransition">
        <pc:chgData name="Kinjal Gohil" userId="d800db702ec4f30e" providerId="LiveId" clId="{55EBF6BC-B38F-418C-8CED-F98BC1215B23}" dt="2025-09-15T14:39:15.779" v="3072"/>
        <pc:sldMkLst>
          <pc:docMk/>
          <pc:sldMk cId="1967197622" sldId="268"/>
        </pc:sldMkLst>
        <pc:spChg chg="add mod">
          <ac:chgData name="Kinjal Gohil" userId="d800db702ec4f30e" providerId="LiveId" clId="{55EBF6BC-B38F-418C-8CED-F98BC1215B23}" dt="2025-09-15T13:52:25.964" v="2872" actId="1076"/>
          <ac:spMkLst>
            <pc:docMk/>
            <pc:sldMk cId="1967197622" sldId="268"/>
            <ac:spMk id="5" creationId="{DFCAF459-1E5C-A7EB-7C44-455D41EE6EE6}"/>
          </ac:spMkLst>
        </pc:spChg>
      </pc:sldChg>
      <pc:sldChg chg="addSp delSp modSp new mod setBg delDesignElem">
        <pc:chgData name="Kinjal Gohil" userId="d800db702ec4f30e" providerId="LiveId" clId="{55EBF6BC-B38F-418C-8CED-F98BC1215B23}" dt="2025-09-15T13:28:02.246" v="2385" actId="1037"/>
        <pc:sldMkLst>
          <pc:docMk/>
          <pc:sldMk cId="266475220" sldId="269"/>
        </pc:sldMkLst>
        <pc:spChg chg="add mod">
          <ac:chgData name="Kinjal Gohil" userId="d800db702ec4f30e" providerId="LiveId" clId="{55EBF6BC-B38F-418C-8CED-F98BC1215B23}" dt="2025-09-15T13:28:02.246" v="2385" actId="1037"/>
          <ac:spMkLst>
            <pc:docMk/>
            <pc:sldMk cId="266475220" sldId="269"/>
            <ac:spMk id="5" creationId="{FDEF3108-FE75-B97B-42FB-FF6A9EFA1598}"/>
          </ac:spMkLst>
        </pc:spChg>
        <pc:spChg chg="add mod">
          <ac:chgData name="Kinjal Gohil" userId="d800db702ec4f30e" providerId="LiveId" clId="{55EBF6BC-B38F-418C-8CED-F98BC1215B23}" dt="2025-09-15T13:27:29.682" v="2381" actId="255"/>
          <ac:spMkLst>
            <pc:docMk/>
            <pc:sldMk cId="266475220" sldId="269"/>
            <ac:spMk id="6" creationId="{5A75E780-6653-2D7F-36FB-45CB5AC6EBD9}"/>
          </ac:spMkLst>
        </pc:spChg>
        <pc:picChg chg="add mod">
          <ac:chgData name="Kinjal Gohil" userId="d800db702ec4f30e" providerId="LiveId" clId="{55EBF6BC-B38F-418C-8CED-F98BC1215B23}" dt="2025-09-15T13:26:04.277" v="2369" actId="1076"/>
          <ac:picMkLst>
            <pc:docMk/>
            <pc:sldMk cId="266475220" sldId="269"/>
            <ac:picMk id="3" creationId="{262AB757-1C75-7110-9ADF-940489BB900C}"/>
          </ac:picMkLst>
        </pc:picChg>
        <pc:picChg chg="add mod">
          <ac:chgData name="Kinjal Gohil" userId="d800db702ec4f30e" providerId="LiveId" clId="{55EBF6BC-B38F-418C-8CED-F98BC1215B23}" dt="2025-09-11T14:08:26.362" v="2194" actId="14100"/>
          <ac:picMkLst>
            <pc:docMk/>
            <pc:sldMk cId="266475220" sldId="269"/>
            <ac:picMk id="4" creationId="{98F71007-E74B-3867-EC95-62E2975A7819}"/>
          </ac:picMkLst>
        </pc:picChg>
      </pc:sldChg>
      <pc:sldChg chg="new del">
        <pc:chgData name="Kinjal Gohil" userId="d800db702ec4f30e" providerId="LiveId" clId="{55EBF6BC-B38F-418C-8CED-F98BC1215B23}" dt="2025-09-10T12:34:04.479" v="324" actId="2696"/>
        <pc:sldMkLst>
          <pc:docMk/>
          <pc:sldMk cId="1027423879" sldId="269"/>
        </pc:sldMkLst>
      </pc:sldChg>
      <pc:sldChg chg="new del">
        <pc:chgData name="Kinjal Gohil" userId="d800db702ec4f30e" providerId="LiveId" clId="{55EBF6BC-B38F-418C-8CED-F98BC1215B23}" dt="2025-09-10T12:34:18.127" v="326" actId="2696"/>
        <pc:sldMkLst>
          <pc:docMk/>
          <pc:sldMk cId="3510298940" sldId="269"/>
        </pc:sldMkLst>
      </pc:sldChg>
      <pc:sldChg chg="addSp delSp modSp new mod modTransition setBg delDesignElem">
        <pc:chgData name="Kinjal Gohil" userId="d800db702ec4f30e" providerId="LiveId" clId="{55EBF6BC-B38F-418C-8CED-F98BC1215B23}" dt="2025-09-15T14:37:48.567" v="3065"/>
        <pc:sldMkLst>
          <pc:docMk/>
          <pc:sldMk cId="4029064731" sldId="270"/>
        </pc:sldMkLst>
        <pc:spChg chg="add mod ord">
          <ac:chgData name="Kinjal Gohil" userId="d800db702ec4f30e" providerId="LiveId" clId="{55EBF6BC-B38F-418C-8CED-F98BC1215B23}" dt="2025-09-15T13:34:39.365" v="2500" actId="1076"/>
          <ac:spMkLst>
            <pc:docMk/>
            <pc:sldMk cId="4029064731" sldId="270"/>
            <ac:spMk id="4" creationId="{C1C62991-DA13-3086-1327-511F32DA33C5}"/>
          </ac:spMkLst>
        </pc:spChg>
        <pc:spChg chg="add mod">
          <ac:chgData name="Kinjal Gohil" userId="d800db702ec4f30e" providerId="LiveId" clId="{55EBF6BC-B38F-418C-8CED-F98BC1215B23}" dt="2025-09-15T13:56:36.636" v="2907" actId="20577"/>
          <ac:spMkLst>
            <pc:docMk/>
            <pc:sldMk cId="4029064731" sldId="270"/>
            <ac:spMk id="5" creationId="{5175D53A-9E13-0C92-F684-0A01C754FE3E}"/>
          </ac:spMkLst>
        </pc:spChg>
        <pc:picChg chg="add mod ord">
          <ac:chgData name="Kinjal Gohil" userId="d800db702ec4f30e" providerId="LiveId" clId="{55EBF6BC-B38F-418C-8CED-F98BC1215B23}" dt="2025-09-15T13:36:23.220" v="2556" actId="1076"/>
          <ac:picMkLst>
            <pc:docMk/>
            <pc:sldMk cId="4029064731" sldId="270"/>
            <ac:picMk id="7" creationId="{61C7DF61-4C53-DC1D-B9A6-3943D3421D74}"/>
          </ac:picMkLst>
        </pc:picChg>
      </pc:sldChg>
      <pc:sldChg chg="addSp delSp modSp new mod modTransition setBg modClrScheme delDesignElem chgLayout">
        <pc:chgData name="Kinjal Gohil" userId="d800db702ec4f30e" providerId="LiveId" clId="{55EBF6BC-B38F-418C-8CED-F98BC1215B23}" dt="2025-09-15T14:38:08.430" v="3066"/>
        <pc:sldMkLst>
          <pc:docMk/>
          <pc:sldMk cId="3825112446" sldId="271"/>
        </pc:sldMkLst>
        <pc:spChg chg="add del mod">
          <ac:chgData name="Kinjal Gohil" userId="d800db702ec4f30e" providerId="LiveId" clId="{55EBF6BC-B38F-418C-8CED-F98BC1215B23}" dt="2025-09-15T13:34:23.122" v="2498" actId="478"/>
          <ac:spMkLst>
            <pc:docMk/>
            <pc:sldMk cId="3825112446" sldId="271"/>
            <ac:spMk id="3" creationId="{68C598DD-C759-3D79-F064-DB8D8A1EF33D}"/>
          </ac:spMkLst>
        </pc:spChg>
        <pc:spChg chg="add mod">
          <ac:chgData name="Kinjal Gohil" userId="d800db702ec4f30e" providerId="LiveId" clId="{55EBF6BC-B38F-418C-8CED-F98BC1215B23}" dt="2025-09-15T13:56:48.962" v="2912"/>
          <ac:spMkLst>
            <pc:docMk/>
            <pc:sldMk cId="3825112446" sldId="271"/>
            <ac:spMk id="4" creationId="{B9DAD36E-7868-F10D-4788-81E484A890C9}"/>
          </ac:spMkLst>
        </pc:spChg>
        <pc:spChg chg="add mod ord">
          <ac:chgData name="Kinjal Gohil" userId="d800db702ec4f30e" providerId="LiveId" clId="{55EBF6BC-B38F-418C-8CED-F98BC1215B23}" dt="2025-09-15T13:35:53.490" v="2544" actId="1035"/>
          <ac:spMkLst>
            <pc:docMk/>
            <pc:sldMk cId="3825112446" sldId="271"/>
            <ac:spMk id="5" creationId="{D1E2718C-5197-7CDB-1631-414E07678BE8}"/>
          </ac:spMkLst>
        </pc:spChg>
        <pc:spChg chg="add del mod ord">
          <ac:chgData name="Kinjal Gohil" userId="d800db702ec4f30e" providerId="LiveId" clId="{55EBF6BC-B38F-418C-8CED-F98BC1215B23}" dt="2025-09-15T13:34:20.056" v="2497" actId="478"/>
          <ac:spMkLst>
            <pc:docMk/>
            <pc:sldMk cId="3825112446" sldId="271"/>
            <ac:spMk id="6" creationId="{37166CFD-2900-5723-767C-F5F784BA66FE}"/>
          </ac:spMkLst>
        </pc:spChg>
        <pc:picChg chg="add mod">
          <ac:chgData name="Kinjal Gohil" userId="d800db702ec4f30e" providerId="LiveId" clId="{55EBF6BC-B38F-418C-8CED-F98BC1215B23}" dt="2025-09-15T13:09:39.340" v="2246" actId="14100"/>
          <ac:picMkLst>
            <pc:docMk/>
            <pc:sldMk cId="3825112446" sldId="271"/>
            <ac:picMk id="8" creationId="{81A570E3-EF2C-173C-EAEB-1E959A22C7FB}"/>
          </ac:picMkLst>
        </pc:picChg>
      </pc:sldChg>
      <pc:sldChg chg="addSp delSp modSp new mod modTransition">
        <pc:chgData name="Kinjal Gohil" userId="d800db702ec4f30e" providerId="LiveId" clId="{55EBF6BC-B38F-418C-8CED-F98BC1215B23}" dt="2025-09-15T14:38:18.074" v="3067"/>
        <pc:sldMkLst>
          <pc:docMk/>
          <pc:sldMk cId="602677997" sldId="272"/>
        </pc:sldMkLst>
        <pc:spChg chg="mod">
          <ac:chgData name="Kinjal Gohil" userId="d800db702ec4f30e" providerId="LiveId" clId="{55EBF6BC-B38F-418C-8CED-F98BC1215B23}" dt="2025-09-15T13:42:04.586" v="2743" actId="1035"/>
          <ac:spMkLst>
            <pc:docMk/>
            <pc:sldMk cId="602677997" sldId="272"/>
            <ac:spMk id="2" creationId="{3802D082-3DED-A54E-A505-C74197B315F1}"/>
          </ac:spMkLst>
        </pc:spChg>
        <pc:graphicFrameChg chg="add mod modGraphic">
          <ac:chgData name="Kinjal Gohil" userId="d800db702ec4f30e" providerId="LiveId" clId="{55EBF6BC-B38F-418C-8CED-F98BC1215B23}" dt="2025-09-15T13:41:22.456" v="2728"/>
          <ac:graphicFrameMkLst>
            <pc:docMk/>
            <pc:sldMk cId="602677997" sldId="272"/>
            <ac:graphicFrameMk id="5" creationId="{79A599FD-1F83-65D1-8C98-69DBBDC18EE5}"/>
          </ac:graphicFrameMkLst>
        </pc:graphicFrameChg>
      </pc:sldChg>
      <pc:sldChg chg="addSp delSp modSp new mod modTransition setBg addAnim">
        <pc:chgData name="Kinjal Gohil" userId="d800db702ec4f30e" providerId="LiveId" clId="{55EBF6BC-B38F-418C-8CED-F98BC1215B23}" dt="2025-09-15T14:41:24.055" v="3208"/>
        <pc:sldMkLst>
          <pc:docMk/>
          <pc:sldMk cId="3963667641" sldId="273"/>
        </pc:sldMkLst>
        <pc:spChg chg="del">
          <ac:chgData name="Kinjal Gohil" userId="d800db702ec4f30e" providerId="LiveId" clId="{55EBF6BC-B38F-418C-8CED-F98BC1215B23}" dt="2025-09-15T13:14:17.560" v="2270" actId="21"/>
          <ac:spMkLst>
            <pc:docMk/>
            <pc:sldMk cId="3963667641" sldId="273"/>
            <ac:spMk id="2" creationId="{B9602592-6C8E-7BA1-A44A-F9592BC96B69}"/>
          </ac:spMkLst>
        </pc:spChg>
        <pc:spChg chg="del">
          <ac:chgData name="Kinjal Gohil" userId="d800db702ec4f30e" providerId="LiveId" clId="{55EBF6BC-B38F-418C-8CED-F98BC1215B23}" dt="2025-09-15T13:14:20.058" v="2271" actId="21"/>
          <ac:spMkLst>
            <pc:docMk/>
            <pc:sldMk cId="3963667641" sldId="273"/>
            <ac:spMk id="3" creationId="{E47E6661-B691-BA80-9182-898FD0F45A4D}"/>
          </ac:spMkLst>
        </pc:spChg>
        <pc:spChg chg="add mod">
          <ac:chgData name="Kinjal Gohil" userId="d800db702ec4f30e" providerId="LiveId" clId="{55EBF6BC-B38F-418C-8CED-F98BC1215B23}" dt="2025-09-15T14:17:56.951" v="3039" actId="2085"/>
          <ac:spMkLst>
            <pc:docMk/>
            <pc:sldMk cId="3963667641" sldId="273"/>
            <ac:spMk id="4" creationId="{24D633BF-C66C-66BD-076C-8E782CB56F7C}"/>
          </ac:spMkLst>
        </pc:spChg>
        <pc:picChg chg="add mod">
          <ac:chgData name="Kinjal Gohil" userId="d800db702ec4f30e" providerId="LiveId" clId="{55EBF6BC-B38F-418C-8CED-F98BC1215B23}" dt="2025-09-15T14:17:00.971" v="3033" actId="1076"/>
          <ac:picMkLst>
            <pc:docMk/>
            <pc:sldMk cId="3963667641" sldId="273"/>
            <ac:picMk id="8" creationId="{4019D928-35D1-A650-4886-2638E368338C}"/>
          </ac:picMkLst>
        </pc:picChg>
        <pc:picChg chg="add">
          <ac:chgData name="Kinjal Gohil" userId="d800db702ec4f30e" providerId="LiveId" clId="{55EBF6BC-B38F-418C-8CED-F98BC1215B23}" dt="2025-09-15T14:16:34.774" v="3030" actId="26606"/>
          <ac:picMkLst>
            <pc:docMk/>
            <pc:sldMk cId="3963667641" sldId="273"/>
            <ac:picMk id="11" creationId="{6AF6706C-CF07-43A1-BCC4-CBA5D33820DA}"/>
          </ac:picMkLst>
        </pc:picChg>
      </pc:sldChg>
      <pc:sldChg chg="addSp delSp modSp new mod ord modTransition setBg addAnim delAnim setClrOvrMap">
        <pc:chgData name="Kinjal Gohil" userId="d800db702ec4f30e" providerId="LiveId" clId="{55EBF6BC-B38F-418C-8CED-F98BC1215B23}" dt="2025-09-15T14:37:01.728" v="3064"/>
        <pc:sldMkLst>
          <pc:docMk/>
          <pc:sldMk cId="4054789876" sldId="274"/>
        </pc:sldMkLst>
        <pc:spChg chg="del">
          <ac:chgData name="Kinjal Gohil" userId="d800db702ec4f30e" providerId="LiveId" clId="{55EBF6BC-B38F-418C-8CED-F98BC1215B23}" dt="2025-09-15T14:09:53.501" v="2914" actId="478"/>
          <ac:spMkLst>
            <pc:docMk/>
            <pc:sldMk cId="4054789876" sldId="274"/>
            <ac:spMk id="2" creationId="{F707D052-69F0-55AA-8BE6-EBFFF073D80F}"/>
          </ac:spMkLst>
        </pc:spChg>
        <pc:spChg chg="add del">
          <ac:chgData name="Kinjal Gohil" userId="d800db702ec4f30e" providerId="LiveId" clId="{55EBF6BC-B38F-418C-8CED-F98BC1215B23}" dt="2025-09-15T14:11:22.932" v="2937" actId="478"/>
          <ac:spMkLst>
            <pc:docMk/>
            <pc:sldMk cId="4054789876" sldId="274"/>
            <ac:spMk id="3" creationId="{DD41B679-D64C-7B14-7D38-CAC24869188D}"/>
          </ac:spMkLst>
        </pc:spChg>
        <pc:spChg chg="add del mod">
          <ac:chgData name="Kinjal Gohil" userId="d800db702ec4f30e" providerId="LiveId" clId="{55EBF6BC-B38F-418C-8CED-F98BC1215B23}" dt="2025-09-15T14:11:26.475" v="2939" actId="478"/>
          <ac:spMkLst>
            <pc:docMk/>
            <pc:sldMk cId="4054789876" sldId="274"/>
            <ac:spMk id="4" creationId="{70838CE3-8589-97E9-9241-FCB7BF14FE42}"/>
          </ac:spMkLst>
        </pc:spChg>
        <pc:spChg chg="add mod">
          <ac:chgData name="Kinjal Gohil" userId="d800db702ec4f30e" providerId="LiveId" clId="{55EBF6BC-B38F-418C-8CED-F98BC1215B23}" dt="2025-09-15T14:14:29.440" v="3029" actId="1076"/>
          <ac:spMkLst>
            <pc:docMk/>
            <pc:sldMk cId="4054789876" sldId="274"/>
            <ac:spMk id="5" creationId="{603F6EA8-47A4-3356-7430-2799D4E16E72}"/>
          </ac:spMkLst>
        </pc:spChg>
        <pc:spChg chg="add del mod">
          <ac:chgData name="Kinjal Gohil" userId="d800db702ec4f30e" providerId="LiveId" clId="{55EBF6BC-B38F-418C-8CED-F98BC1215B23}" dt="2025-09-15T14:13:58.339" v="3025" actId="26606"/>
          <ac:spMkLst>
            <pc:docMk/>
            <pc:sldMk cId="4054789876" sldId="274"/>
            <ac:spMk id="6" creationId="{DB15EA5D-6BD7-3A1C-E6ED-6258F294F4F1}"/>
          </ac:spMkLst>
        </pc:spChg>
        <pc:spChg chg="add del">
          <ac:chgData name="Kinjal Gohil" userId="d800db702ec4f30e" providerId="LiveId" clId="{55EBF6BC-B38F-418C-8CED-F98BC1215B23}" dt="2025-09-15T14:10:46.174" v="2927" actId="26606"/>
          <ac:spMkLst>
            <pc:docMk/>
            <pc:sldMk cId="4054789876" sldId="274"/>
            <ac:spMk id="13" creationId="{09C946AC-2072-4946-A2B8-39F09D0944EE}"/>
          </ac:spMkLst>
        </pc:spChg>
        <pc:spChg chg="add del">
          <ac:chgData name="Kinjal Gohil" userId="d800db702ec4f30e" providerId="LiveId" clId="{55EBF6BC-B38F-418C-8CED-F98BC1215B23}" dt="2025-09-15T14:10:46.174" v="2927" actId="26606"/>
          <ac:spMkLst>
            <pc:docMk/>
            <pc:sldMk cId="4054789876" sldId="274"/>
            <ac:spMk id="17" creationId="{559FD8B5-8CC4-4CFE-BD2A-1216B1F2C3DB}"/>
          </ac:spMkLst>
        </pc:spChg>
        <pc:spChg chg="add del">
          <ac:chgData name="Kinjal Gohil" userId="d800db702ec4f30e" providerId="LiveId" clId="{55EBF6BC-B38F-418C-8CED-F98BC1215B23}" dt="2025-09-15T14:10:46.174" v="2927" actId="26606"/>
          <ac:spMkLst>
            <pc:docMk/>
            <pc:sldMk cId="4054789876" sldId="274"/>
            <ac:spMk id="19" creationId="{9ECF13F4-3D2A-4F2E-9BBD-3038670D21ED}"/>
          </ac:spMkLst>
        </pc:spChg>
        <pc:grpChg chg="add del">
          <ac:chgData name="Kinjal Gohil" userId="d800db702ec4f30e" providerId="LiveId" clId="{55EBF6BC-B38F-418C-8CED-F98BC1215B23}" dt="2025-09-15T14:10:46.174" v="2927" actId="26606"/>
          <ac:grpSpMkLst>
            <pc:docMk/>
            <pc:sldMk cId="4054789876" sldId="274"/>
            <ac:grpSpMk id="21" creationId="{19660E16-DCC0-4B6C-8E84-4C292580059F}"/>
          </ac:grpSpMkLst>
        </pc:grpChg>
        <pc:graphicFrameChg chg="add">
          <ac:chgData name="Kinjal Gohil" userId="d800db702ec4f30e" providerId="LiveId" clId="{55EBF6BC-B38F-418C-8CED-F98BC1215B23}" dt="2025-09-15T14:13:58.339" v="3025" actId="26606"/>
          <ac:graphicFrameMkLst>
            <pc:docMk/>
            <pc:sldMk cId="4054789876" sldId="274"/>
            <ac:graphicFrameMk id="103" creationId="{177578D6-6DAB-29C1-085B-DA8149F55A79}"/>
          </ac:graphicFrameMkLst>
        </pc:graphicFrameChg>
        <pc:picChg chg="add del">
          <ac:chgData name="Kinjal Gohil" userId="d800db702ec4f30e" providerId="LiveId" clId="{55EBF6BC-B38F-418C-8CED-F98BC1215B23}" dt="2025-09-15T14:10:46.174" v="2927" actId="26606"/>
          <ac:picMkLst>
            <pc:docMk/>
            <pc:sldMk cId="4054789876" sldId="274"/>
            <ac:picMk id="8" creationId="{38719BE0-4EE6-BCCA-8BC9-DFB03A6EA21C}"/>
          </ac:picMkLst>
        </pc:picChg>
        <pc:picChg chg="add del">
          <ac:chgData name="Kinjal Gohil" userId="d800db702ec4f30e" providerId="LiveId" clId="{55EBF6BC-B38F-418C-8CED-F98BC1215B23}" dt="2025-09-15T14:10:46.174" v="2927" actId="26606"/>
          <ac:picMkLst>
            <pc:docMk/>
            <pc:sldMk cId="4054789876" sldId="274"/>
            <ac:picMk id="11" creationId="{6AF6706C-CF07-43A1-BCC4-CBA5D33820DA}"/>
          </ac:picMkLst>
        </pc:picChg>
        <pc:picChg chg="add del">
          <ac:chgData name="Kinjal Gohil" userId="d800db702ec4f30e" providerId="LiveId" clId="{55EBF6BC-B38F-418C-8CED-F98BC1215B23}" dt="2025-09-15T14:10:46.174" v="2927" actId="26606"/>
          <ac:picMkLst>
            <pc:docMk/>
            <pc:sldMk cId="4054789876" sldId="274"/>
            <ac:picMk id="15" creationId="{A748C8C8-F348-4D00-852A-26DD9EBCC24C}"/>
          </ac:picMkLst>
        </pc:picChg>
        <pc:picChg chg="add del">
          <ac:chgData name="Kinjal Gohil" userId="d800db702ec4f30e" providerId="LiveId" clId="{55EBF6BC-B38F-418C-8CED-F98BC1215B23}" dt="2025-09-15T14:13:58.339" v="3025" actId="26606"/>
          <ac:picMkLst>
            <pc:docMk/>
            <pc:sldMk cId="4054789876" sldId="274"/>
            <ac:picMk id="101" creationId="{6AF6706C-CF07-43A1-BCC4-CBA5D33820DA}"/>
          </ac:picMkLst>
        </pc:picChg>
        <pc:picChg chg="add del mod">
          <ac:chgData name="Kinjal Gohil" userId="d800db702ec4f30e" providerId="LiveId" clId="{55EBF6BC-B38F-418C-8CED-F98BC1215B23}" dt="2025-09-15T14:11:16.613" v="2933" actId="27957"/>
          <ac:picMkLst>
            <pc:docMk/>
            <pc:sldMk cId="4054789876" sldId="274"/>
            <ac:picMk id="102" creationId="{808F31ED-7598-9062-F9CA-0A8E2BC9BCAB}"/>
          </ac:picMkLst>
        </pc:picChg>
      </pc:sldChg>
      <pc:sldMasterChg chg="modSp modSldLayout">
        <pc:chgData name="Kinjal Gohil" userId="d800db702ec4f30e" providerId="LiveId" clId="{55EBF6BC-B38F-418C-8CED-F98BC1215B23}" dt="2025-09-11T13:41:04.263" v="2137"/>
        <pc:sldMasterMkLst>
          <pc:docMk/>
          <pc:sldMasterMk cId="4012361205" sldId="2147483768"/>
        </pc:sldMasterMkLst>
        <pc:sldLayoutChg chg="modSp">
          <pc:chgData name="Kinjal Gohil" userId="d800db702ec4f30e" providerId="LiveId" clId="{55EBF6BC-B38F-418C-8CED-F98BC1215B23}" dt="2025-09-11T13:41:04.263" v="2137"/>
          <pc:sldLayoutMkLst>
            <pc:docMk/>
            <pc:sldMasterMk cId="4012361205" sldId="2147483768"/>
            <pc:sldLayoutMk cId="1614426237" sldId="2147483769"/>
          </pc:sldLayoutMkLst>
        </pc:sldLayoutChg>
        <pc:sldLayoutChg chg="modSp">
          <pc:chgData name="Kinjal Gohil" userId="d800db702ec4f30e" providerId="LiveId" clId="{55EBF6BC-B38F-418C-8CED-F98BC1215B23}" dt="2025-09-11T13:41:04.263" v="2137"/>
          <pc:sldLayoutMkLst>
            <pc:docMk/>
            <pc:sldMasterMk cId="4012361205" sldId="2147483768"/>
            <pc:sldLayoutMk cId="2050624516" sldId="2147483770"/>
          </pc:sldLayoutMkLst>
        </pc:sldLayoutChg>
        <pc:sldLayoutChg chg="modSp">
          <pc:chgData name="Kinjal Gohil" userId="d800db702ec4f30e" providerId="LiveId" clId="{55EBF6BC-B38F-418C-8CED-F98BC1215B23}" dt="2025-09-11T13:41:04.263" v="2137"/>
          <pc:sldLayoutMkLst>
            <pc:docMk/>
            <pc:sldMasterMk cId="4012361205" sldId="2147483768"/>
            <pc:sldLayoutMk cId="1683616671" sldId="2147483771"/>
          </pc:sldLayoutMkLst>
        </pc:sldLayoutChg>
        <pc:sldLayoutChg chg="modSp">
          <pc:chgData name="Kinjal Gohil" userId="d800db702ec4f30e" providerId="LiveId" clId="{55EBF6BC-B38F-418C-8CED-F98BC1215B23}" dt="2025-09-11T13:41:04.263" v="2137"/>
          <pc:sldLayoutMkLst>
            <pc:docMk/>
            <pc:sldMasterMk cId="4012361205" sldId="2147483768"/>
            <pc:sldLayoutMk cId="9985392" sldId="2147483772"/>
          </pc:sldLayoutMkLst>
        </pc:sldLayoutChg>
        <pc:sldLayoutChg chg="modSp">
          <pc:chgData name="Kinjal Gohil" userId="d800db702ec4f30e" providerId="LiveId" clId="{55EBF6BC-B38F-418C-8CED-F98BC1215B23}" dt="2025-09-11T13:41:04.263" v="2137"/>
          <pc:sldLayoutMkLst>
            <pc:docMk/>
            <pc:sldMasterMk cId="4012361205" sldId="2147483768"/>
            <pc:sldLayoutMk cId="3540671038" sldId="2147483773"/>
          </pc:sldLayoutMkLst>
        </pc:sldLayoutChg>
        <pc:sldLayoutChg chg="modSp">
          <pc:chgData name="Kinjal Gohil" userId="d800db702ec4f30e" providerId="LiveId" clId="{55EBF6BC-B38F-418C-8CED-F98BC1215B23}" dt="2025-09-11T13:41:04.263" v="2137"/>
          <pc:sldLayoutMkLst>
            <pc:docMk/>
            <pc:sldMasterMk cId="4012361205" sldId="2147483768"/>
            <pc:sldLayoutMk cId="4239244324" sldId="2147483774"/>
          </pc:sldLayoutMkLst>
        </pc:sldLayoutChg>
        <pc:sldLayoutChg chg="modSp">
          <pc:chgData name="Kinjal Gohil" userId="d800db702ec4f30e" providerId="LiveId" clId="{55EBF6BC-B38F-418C-8CED-F98BC1215B23}" dt="2025-09-11T13:41:04.263" v="2137"/>
          <pc:sldLayoutMkLst>
            <pc:docMk/>
            <pc:sldMasterMk cId="4012361205" sldId="2147483768"/>
            <pc:sldLayoutMk cId="222704862" sldId="2147483777"/>
          </pc:sldLayoutMkLst>
        </pc:sldLayoutChg>
        <pc:sldLayoutChg chg="modSp">
          <pc:chgData name="Kinjal Gohil" userId="d800db702ec4f30e" providerId="LiveId" clId="{55EBF6BC-B38F-418C-8CED-F98BC1215B23}" dt="2025-09-11T13:41:04.263" v="2137"/>
          <pc:sldLayoutMkLst>
            <pc:docMk/>
            <pc:sldMasterMk cId="4012361205" sldId="2147483768"/>
            <pc:sldLayoutMk cId="1894936388" sldId="2147483778"/>
          </pc:sldLayoutMkLst>
        </pc:sldLayoutChg>
        <pc:sldLayoutChg chg="modSp">
          <pc:chgData name="Kinjal Gohil" userId="d800db702ec4f30e" providerId="LiveId" clId="{55EBF6BC-B38F-418C-8CED-F98BC1215B23}" dt="2025-09-11T13:41:04.263" v="2137"/>
          <pc:sldLayoutMkLst>
            <pc:docMk/>
            <pc:sldMasterMk cId="4012361205" sldId="2147483768"/>
            <pc:sldLayoutMk cId="229020608" sldId="2147483780"/>
          </pc:sldLayoutMkLst>
        </pc:sldLayoutChg>
      </pc:sldMasterChg>
      <pc:sldMasterChg chg="modSp modSldLayout">
        <pc:chgData name="Kinjal Gohil" userId="d800db702ec4f30e" providerId="LiveId" clId="{55EBF6BC-B38F-418C-8CED-F98BC1215B23}" dt="2025-09-11T14:07:35.321" v="2183"/>
        <pc:sldMasterMkLst>
          <pc:docMk/>
          <pc:sldMasterMk cId="1308411931" sldId="2147484104"/>
        </pc:sldMasterMkLst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2084034587" sldId="2147484105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2111113861" sldId="2147484106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7669528" sldId="2147484107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18478798" sldId="2147484108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2937699520" sldId="2147484109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3085507234" sldId="2147484110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636230433" sldId="2147484111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2907661232" sldId="2147484112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4093280586" sldId="2147484113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2031498916" sldId="2147484114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2306842997" sldId="2147484115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4178340817" sldId="2147484116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859270184" sldId="2147484117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233303954" sldId="2147484118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2022086301" sldId="2147484119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2003780106" sldId="2147484120"/>
          </pc:sldLayoutMkLst>
        </pc:sldLayoutChg>
        <pc:sldLayoutChg chg="modSp">
          <pc:chgData name="Kinjal Gohil" userId="d800db702ec4f30e" providerId="LiveId" clId="{55EBF6BC-B38F-418C-8CED-F98BC1215B23}" dt="2025-09-11T14:07:35.321" v="2183"/>
          <pc:sldLayoutMkLst>
            <pc:docMk/>
            <pc:sldMasterMk cId="1308411931" sldId="2147484104"/>
            <pc:sldLayoutMk cId="2814696505" sldId="2147484121"/>
          </pc:sldLayoutMkLst>
        </pc:sldLayoutChg>
      </pc:sldMasterChg>
    </pc:docChg>
  </pc:docChgLst>
  <pc:docChgLst>
    <pc:chgData name="Kinjal Gohil" userId="d800db702ec4f30e" providerId="LiveId" clId="{D1BD2272-CFA4-479A-A210-15A1C9E642F9}"/>
    <pc:docChg chg="undo custSel addSld modSld modMainMaster">
      <pc:chgData name="Kinjal Gohil" userId="d800db702ec4f30e" providerId="LiveId" clId="{D1BD2272-CFA4-479A-A210-15A1C9E642F9}" dt="2025-08-06T14:40:39.950" v="393" actId="20577"/>
      <pc:docMkLst>
        <pc:docMk/>
      </pc:docMkLst>
      <pc:sldChg chg="modSp mod">
        <pc:chgData name="Kinjal Gohil" userId="d800db702ec4f30e" providerId="LiveId" clId="{D1BD2272-CFA4-479A-A210-15A1C9E642F9}" dt="2025-08-06T14:29:57.071" v="210" actId="14100"/>
        <pc:sldMkLst>
          <pc:docMk/>
          <pc:sldMk cId="1338173409" sldId="256"/>
        </pc:sldMkLst>
      </pc:sldChg>
      <pc:sldChg chg="addSp delSp modSp new mod">
        <pc:chgData name="Kinjal Gohil" userId="d800db702ec4f30e" providerId="LiveId" clId="{D1BD2272-CFA4-479A-A210-15A1C9E642F9}" dt="2025-08-06T14:37:25.970" v="259" actId="1076"/>
        <pc:sldMkLst>
          <pc:docMk/>
          <pc:sldMk cId="248246584" sldId="257"/>
        </pc:sldMkLst>
      </pc:sldChg>
      <pc:sldChg chg="addSp delSp modSp new mod">
        <pc:chgData name="Kinjal Gohil" userId="d800db702ec4f30e" providerId="LiveId" clId="{D1BD2272-CFA4-479A-A210-15A1C9E642F9}" dt="2025-08-06T14:37:37.126" v="261" actId="113"/>
        <pc:sldMkLst>
          <pc:docMk/>
          <pc:sldMk cId="1865841156" sldId="258"/>
        </pc:sldMkLst>
      </pc:sldChg>
      <pc:sldChg chg="addSp delSp modSp new mod">
        <pc:chgData name="Kinjal Gohil" userId="d800db702ec4f30e" providerId="LiveId" clId="{D1BD2272-CFA4-479A-A210-15A1C9E642F9}" dt="2025-08-06T14:38:09.868" v="294" actId="113"/>
        <pc:sldMkLst>
          <pc:docMk/>
          <pc:sldMk cId="267753893" sldId="259"/>
        </pc:sldMkLst>
      </pc:sldChg>
      <pc:sldChg chg="addSp delSp modSp new mod">
        <pc:chgData name="Kinjal Gohil" userId="d800db702ec4f30e" providerId="LiveId" clId="{D1BD2272-CFA4-479A-A210-15A1C9E642F9}" dt="2025-08-06T14:38:35.803" v="314" actId="113"/>
        <pc:sldMkLst>
          <pc:docMk/>
          <pc:sldMk cId="750941439" sldId="260"/>
        </pc:sldMkLst>
      </pc:sldChg>
      <pc:sldChg chg="addSp delSp modSp new mod">
        <pc:chgData name="Kinjal Gohil" userId="d800db702ec4f30e" providerId="LiveId" clId="{D1BD2272-CFA4-479A-A210-15A1C9E642F9}" dt="2025-08-06T14:38:48.124" v="316" actId="113"/>
        <pc:sldMkLst>
          <pc:docMk/>
          <pc:sldMk cId="373661977" sldId="261"/>
        </pc:sldMkLst>
      </pc:sldChg>
      <pc:sldChg chg="addSp delSp modSp new mod setBg delDesignElem">
        <pc:chgData name="Kinjal Gohil" userId="d800db702ec4f30e" providerId="LiveId" clId="{D1BD2272-CFA4-479A-A210-15A1C9E642F9}" dt="2025-08-06T14:40:39.950" v="393" actId="20577"/>
        <pc:sldMkLst>
          <pc:docMk/>
          <pc:sldMk cId="1724012731" sldId="262"/>
        </pc:sldMkLst>
      </pc:sldChg>
      <pc:sldMasterChg chg="setBg modSldLayout">
        <pc:chgData name="Kinjal Gohil" userId="d800db702ec4f30e" providerId="LiveId" clId="{D1BD2272-CFA4-479A-A210-15A1C9E642F9}" dt="2025-08-06T14:33:49.352" v="242"/>
        <pc:sldMasterMkLst>
          <pc:docMk/>
          <pc:sldMasterMk cId="3231665345" sldId="2147483702"/>
        </pc:sldMasterMkLst>
        <pc:sldLayoutChg chg="setBg">
          <pc:chgData name="Kinjal Gohil" userId="d800db702ec4f30e" providerId="LiveId" clId="{D1BD2272-CFA4-479A-A210-15A1C9E642F9}" dt="2025-08-06T14:33:49.352" v="242"/>
          <pc:sldLayoutMkLst>
            <pc:docMk/>
            <pc:sldMasterMk cId="3231665345" sldId="2147483702"/>
            <pc:sldLayoutMk cId="1933993800" sldId="2147483703"/>
          </pc:sldLayoutMkLst>
        </pc:sldLayoutChg>
        <pc:sldLayoutChg chg="setBg">
          <pc:chgData name="Kinjal Gohil" userId="d800db702ec4f30e" providerId="LiveId" clId="{D1BD2272-CFA4-479A-A210-15A1C9E642F9}" dt="2025-08-06T14:33:49.352" v="242"/>
          <pc:sldLayoutMkLst>
            <pc:docMk/>
            <pc:sldMasterMk cId="3231665345" sldId="2147483702"/>
            <pc:sldLayoutMk cId="3058324980" sldId="2147483704"/>
          </pc:sldLayoutMkLst>
        </pc:sldLayoutChg>
        <pc:sldLayoutChg chg="setBg">
          <pc:chgData name="Kinjal Gohil" userId="d800db702ec4f30e" providerId="LiveId" clId="{D1BD2272-CFA4-479A-A210-15A1C9E642F9}" dt="2025-08-06T14:33:49.352" v="242"/>
          <pc:sldLayoutMkLst>
            <pc:docMk/>
            <pc:sldMasterMk cId="3231665345" sldId="2147483702"/>
            <pc:sldLayoutMk cId="481021291" sldId="2147483705"/>
          </pc:sldLayoutMkLst>
        </pc:sldLayoutChg>
        <pc:sldLayoutChg chg="setBg">
          <pc:chgData name="Kinjal Gohil" userId="d800db702ec4f30e" providerId="LiveId" clId="{D1BD2272-CFA4-479A-A210-15A1C9E642F9}" dt="2025-08-06T14:33:49.352" v="242"/>
          <pc:sldLayoutMkLst>
            <pc:docMk/>
            <pc:sldMasterMk cId="3231665345" sldId="2147483702"/>
            <pc:sldLayoutMk cId="2787065167" sldId="2147483706"/>
          </pc:sldLayoutMkLst>
        </pc:sldLayoutChg>
        <pc:sldLayoutChg chg="setBg">
          <pc:chgData name="Kinjal Gohil" userId="d800db702ec4f30e" providerId="LiveId" clId="{D1BD2272-CFA4-479A-A210-15A1C9E642F9}" dt="2025-08-06T14:33:49.352" v="242"/>
          <pc:sldLayoutMkLst>
            <pc:docMk/>
            <pc:sldMasterMk cId="3231665345" sldId="2147483702"/>
            <pc:sldLayoutMk cId="130009645" sldId="2147483707"/>
          </pc:sldLayoutMkLst>
        </pc:sldLayoutChg>
        <pc:sldLayoutChg chg="setBg">
          <pc:chgData name="Kinjal Gohil" userId="d800db702ec4f30e" providerId="LiveId" clId="{D1BD2272-CFA4-479A-A210-15A1C9E642F9}" dt="2025-08-06T14:33:49.352" v="242"/>
          <pc:sldLayoutMkLst>
            <pc:docMk/>
            <pc:sldMasterMk cId="3231665345" sldId="2147483702"/>
            <pc:sldLayoutMk cId="3948252845" sldId="2147483708"/>
          </pc:sldLayoutMkLst>
        </pc:sldLayoutChg>
        <pc:sldLayoutChg chg="setBg">
          <pc:chgData name="Kinjal Gohil" userId="d800db702ec4f30e" providerId="LiveId" clId="{D1BD2272-CFA4-479A-A210-15A1C9E642F9}" dt="2025-08-06T14:33:49.352" v="242"/>
          <pc:sldLayoutMkLst>
            <pc:docMk/>
            <pc:sldMasterMk cId="3231665345" sldId="2147483702"/>
            <pc:sldLayoutMk cId="4102419851" sldId="2147483709"/>
          </pc:sldLayoutMkLst>
        </pc:sldLayoutChg>
        <pc:sldLayoutChg chg="setBg">
          <pc:chgData name="Kinjal Gohil" userId="d800db702ec4f30e" providerId="LiveId" clId="{D1BD2272-CFA4-479A-A210-15A1C9E642F9}" dt="2025-08-06T14:33:49.352" v="242"/>
          <pc:sldLayoutMkLst>
            <pc:docMk/>
            <pc:sldMasterMk cId="3231665345" sldId="2147483702"/>
            <pc:sldLayoutMk cId="3915590918" sldId="2147483710"/>
          </pc:sldLayoutMkLst>
        </pc:sldLayoutChg>
        <pc:sldLayoutChg chg="setBg">
          <pc:chgData name="Kinjal Gohil" userId="d800db702ec4f30e" providerId="LiveId" clId="{D1BD2272-CFA4-479A-A210-15A1C9E642F9}" dt="2025-08-06T14:33:49.352" v="242"/>
          <pc:sldLayoutMkLst>
            <pc:docMk/>
            <pc:sldMasterMk cId="3231665345" sldId="2147483702"/>
            <pc:sldLayoutMk cId="2024517492" sldId="2147483711"/>
          </pc:sldLayoutMkLst>
        </pc:sldLayoutChg>
        <pc:sldLayoutChg chg="setBg">
          <pc:chgData name="Kinjal Gohil" userId="d800db702ec4f30e" providerId="LiveId" clId="{D1BD2272-CFA4-479A-A210-15A1C9E642F9}" dt="2025-08-06T14:33:49.352" v="242"/>
          <pc:sldLayoutMkLst>
            <pc:docMk/>
            <pc:sldMasterMk cId="3231665345" sldId="2147483702"/>
            <pc:sldLayoutMk cId="195481355" sldId="2147483712"/>
          </pc:sldLayoutMkLst>
        </pc:sldLayoutChg>
        <pc:sldLayoutChg chg="setBg">
          <pc:chgData name="Kinjal Gohil" userId="d800db702ec4f30e" providerId="LiveId" clId="{D1BD2272-CFA4-479A-A210-15A1C9E642F9}" dt="2025-08-06T14:33:49.352" v="242"/>
          <pc:sldLayoutMkLst>
            <pc:docMk/>
            <pc:sldMasterMk cId="3231665345" sldId="2147483702"/>
            <pc:sldLayoutMk cId="4076524566" sldId="2147483713"/>
          </pc:sldLayoutMkLst>
        </pc:sldLayoutChg>
      </pc:sldMasterChg>
      <pc:sldMasterChg chg="modSldLayout">
        <pc:chgData name="Kinjal Gohil" userId="d800db702ec4f30e" providerId="LiveId" clId="{D1BD2272-CFA4-479A-A210-15A1C9E642F9}" dt="2025-08-06T14:36:09.642" v="254" actId="478"/>
        <pc:sldMasterMkLst>
          <pc:docMk/>
          <pc:sldMasterMk cId="2462305981" sldId="2147483714"/>
        </pc:sldMasterMkLst>
        <pc:sldLayoutChg chg="delSp mod">
          <pc:chgData name="Kinjal Gohil" userId="d800db702ec4f30e" providerId="LiveId" clId="{D1BD2272-CFA4-479A-A210-15A1C9E642F9}" dt="2025-08-06T14:35:15.755" v="245" actId="478"/>
          <pc:sldLayoutMkLst>
            <pc:docMk/>
            <pc:sldMasterMk cId="2462305981" sldId="2147483714"/>
            <pc:sldLayoutMk cId="213993505" sldId="2147483715"/>
          </pc:sldLayoutMkLst>
        </pc:sldLayoutChg>
        <pc:sldLayoutChg chg="delSp mod">
          <pc:chgData name="Kinjal Gohil" userId="d800db702ec4f30e" providerId="LiveId" clId="{D1BD2272-CFA4-479A-A210-15A1C9E642F9}" dt="2025-08-06T14:35:39.946" v="246" actId="478"/>
          <pc:sldLayoutMkLst>
            <pc:docMk/>
            <pc:sldMasterMk cId="2462305981" sldId="2147483714"/>
            <pc:sldLayoutMk cId="1410124350" sldId="2147483716"/>
          </pc:sldLayoutMkLst>
        </pc:sldLayoutChg>
        <pc:sldLayoutChg chg="delSp mod">
          <pc:chgData name="Kinjal Gohil" userId="d800db702ec4f30e" providerId="LiveId" clId="{D1BD2272-CFA4-479A-A210-15A1C9E642F9}" dt="2025-08-06T14:35:45.946" v="247" actId="478"/>
          <pc:sldLayoutMkLst>
            <pc:docMk/>
            <pc:sldMasterMk cId="2462305981" sldId="2147483714"/>
            <pc:sldLayoutMk cId="2496565402" sldId="2147483717"/>
          </pc:sldLayoutMkLst>
        </pc:sldLayoutChg>
        <pc:sldLayoutChg chg="delSp mod">
          <pc:chgData name="Kinjal Gohil" userId="d800db702ec4f30e" providerId="LiveId" clId="{D1BD2272-CFA4-479A-A210-15A1C9E642F9}" dt="2025-08-06T14:35:48.732" v="248" actId="478"/>
          <pc:sldLayoutMkLst>
            <pc:docMk/>
            <pc:sldMasterMk cId="2462305981" sldId="2147483714"/>
            <pc:sldLayoutMk cId="3035542521" sldId="2147483718"/>
          </pc:sldLayoutMkLst>
        </pc:sldLayoutChg>
        <pc:sldLayoutChg chg="delSp mod">
          <pc:chgData name="Kinjal Gohil" userId="d800db702ec4f30e" providerId="LiveId" clId="{D1BD2272-CFA4-479A-A210-15A1C9E642F9}" dt="2025-08-06T14:35:51.249" v="249" actId="478"/>
          <pc:sldLayoutMkLst>
            <pc:docMk/>
            <pc:sldMasterMk cId="2462305981" sldId="2147483714"/>
            <pc:sldLayoutMk cId="2316859592" sldId="2147483719"/>
          </pc:sldLayoutMkLst>
        </pc:sldLayoutChg>
        <pc:sldLayoutChg chg="delSp mod">
          <pc:chgData name="Kinjal Gohil" userId="d800db702ec4f30e" providerId="LiveId" clId="{D1BD2272-CFA4-479A-A210-15A1C9E642F9}" dt="2025-08-06T14:35:53.723" v="250" actId="478"/>
          <pc:sldLayoutMkLst>
            <pc:docMk/>
            <pc:sldMasterMk cId="2462305981" sldId="2147483714"/>
            <pc:sldLayoutMk cId="3455641310" sldId="2147483720"/>
          </pc:sldLayoutMkLst>
        </pc:sldLayoutChg>
        <pc:sldLayoutChg chg="delSp mod">
          <pc:chgData name="Kinjal Gohil" userId="d800db702ec4f30e" providerId="LiveId" clId="{D1BD2272-CFA4-479A-A210-15A1C9E642F9}" dt="2025-08-06T14:35:59.336" v="251" actId="478"/>
          <pc:sldLayoutMkLst>
            <pc:docMk/>
            <pc:sldMasterMk cId="2462305981" sldId="2147483714"/>
            <pc:sldLayoutMk cId="61845057" sldId="2147483722"/>
          </pc:sldLayoutMkLst>
        </pc:sldLayoutChg>
        <pc:sldLayoutChg chg="delSp mod">
          <pc:chgData name="Kinjal Gohil" userId="d800db702ec4f30e" providerId="LiveId" clId="{D1BD2272-CFA4-479A-A210-15A1C9E642F9}" dt="2025-08-06T14:36:04.159" v="252" actId="478"/>
          <pc:sldLayoutMkLst>
            <pc:docMk/>
            <pc:sldMasterMk cId="2462305981" sldId="2147483714"/>
            <pc:sldLayoutMk cId="2655605115" sldId="2147483723"/>
          </pc:sldLayoutMkLst>
        </pc:sldLayoutChg>
        <pc:sldLayoutChg chg="delSp mod">
          <pc:chgData name="Kinjal Gohil" userId="d800db702ec4f30e" providerId="LiveId" clId="{D1BD2272-CFA4-479A-A210-15A1C9E642F9}" dt="2025-08-06T14:36:06.406" v="253" actId="478"/>
          <pc:sldLayoutMkLst>
            <pc:docMk/>
            <pc:sldMasterMk cId="2462305981" sldId="2147483714"/>
            <pc:sldLayoutMk cId="3187320375" sldId="2147483724"/>
          </pc:sldLayoutMkLst>
        </pc:sldLayoutChg>
        <pc:sldLayoutChg chg="delSp mod">
          <pc:chgData name="Kinjal Gohil" userId="d800db702ec4f30e" providerId="LiveId" clId="{D1BD2272-CFA4-479A-A210-15A1C9E642F9}" dt="2025-08-06T14:36:09.642" v="254" actId="478"/>
          <pc:sldLayoutMkLst>
            <pc:docMk/>
            <pc:sldMasterMk cId="2462305981" sldId="2147483714"/>
            <pc:sldLayoutMk cId="3316489412" sldId="2147483725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1E92BD-EED4-4949-973A-16666972B1A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F32843D-7FC4-42C5-9784-D09D80D4E578}">
      <dgm:prSet/>
      <dgm:spPr/>
      <dgm:t>
        <a:bodyPr/>
        <a:lstStyle/>
        <a:p>
          <a:pPr>
            <a:defRPr cap="all"/>
          </a:pPr>
          <a:r>
            <a:rPr lang="en-US"/>
            <a:t>About Company</a:t>
          </a:r>
        </a:p>
      </dgm:t>
    </dgm:pt>
    <dgm:pt modelId="{F480D1DA-A41F-4383-826E-24C8670756B6}" type="parTrans" cxnId="{07DDF678-F6D8-4C35-BEAB-8A3792F70195}">
      <dgm:prSet/>
      <dgm:spPr/>
      <dgm:t>
        <a:bodyPr/>
        <a:lstStyle/>
        <a:p>
          <a:endParaRPr lang="en-US"/>
        </a:p>
      </dgm:t>
    </dgm:pt>
    <dgm:pt modelId="{9C9DE272-3BFD-4D20-B0D3-24896EEF7F11}" type="sibTrans" cxnId="{07DDF678-F6D8-4C35-BEAB-8A3792F70195}">
      <dgm:prSet/>
      <dgm:spPr/>
      <dgm:t>
        <a:bodyPr/>
        <a:lstStyle/>
        <a:p>
          <a:endParaRPr lang="en-US"/>
        </a:p>
      </dgm:t>
    </dgm:pt>
    <dgm:pt modelId="{FDA1B46E-927F-4F30-88AE-4030072562A8}">
      <dgm:prSet/>
      <dgm:spPr/>
      <dgm:t>
        <a:bodyPr/>
        <a:lstStyle/>
        <a:p>
          <a:pPr>
            <a:defRPr cap="all"/>
          </a:pPr>
          <a:r>
            <a:rPr lang="en-US"/>
            <a:t>Financial Overview</a:t>
          </a:r>
        </a:p>
      </dgm:t>
    </dgm:pt>
    <dgm:pt modelId="{93F72573-7DDD-4C3A-BAE3-58C6C57A7787}" type="parTrans" cxnId="{0E5CCA89-3B80-4A47-990D-C5800C62C26E}">
      <dgm:prSet/>
      <dgm:spPr/>
      <dgm:t>
        <a:bodyPr/>
        <a:lstStyle/>
        <a:p>
          <a:endParaRPr lang="en-US"/>
        </a:p>
      </dgm:t>
    </dgm:pt>
    <dgm:pt modelId="{7941D9E2-5AA6-47DE-B941-4A19331A1315}" type="sibTrans" cxnId="{0E5CCA89-3B80-4A47-990D-C5800C62C26E}">
      <dgm:prSet/>
      <dgm:spPr/>
      <dgm:t>
        <a:bodyPr/>
        <a:lstStyle/>
        <a:p>
          <a:endParaRPr lang="en-US"/>
        </a:p>
      </dgm:t>
    </dgm:pt>
    <dgm:pt modelId="{D28385E6-F22E-4D6A-ADA9-2F5D1DE9B6C8}">
      <dgm:prSet/>
      <dgm:spPr/>
      <dgm:t>
        <a:bodyPr/>
        <a:lstStyle/>
        <a:p>
          <a:pPr>
            <a:defRPr cap="all"/>
          </a:pPr>
          <a:r>
            <a:rPr lang="en-US"/>
            <a:t>Marketing Strategy</a:t>
          </a:r>
        </a:p>
      </dgm:t>
    </dgm:pt>
    <dgm:pt modelId="{10DB7ED6-CD86-4676-ABFB-8D33994E3EC9}" type="parTrans" cxnId="{F6DED190-D0A0-408C-9843-3F43FE1E5577}">
      <dgm:prSet/>
      <dgm:spPr/>
      <dgm:t>
        <a:bodyPr/>
        <a:lstStyle/>
        <a:p>
          <a:endParaRPr lang="en-US"/>
        </a:p>
      </dgm:t>
    </dgm:pt>
    <dgm:pt modelId="{806B4780-4F8F-4353-AFE7-8A8C72C18D83}" type="sibTrans" cxnId="{F6DED190-D0A0-408C-9843-3F43FE1E5577}">
      <dgm:prSet/>
      <dgm:spPr/>
      <dgm:t>
        <a:bodyPr/>
        <a:lstStyle/>
        <a:p>
          <a:endParaRPr lang="en-US"/>
        </a:p>
      </dgm:t>
    </dgm:pt>
    <dgm:pt modelId="{01456043-4006-42DB-9BA8-E23967FBBF38}">
      <dgm:prSet/>
      <dgm:spPr/>
      <dgm:t>
        <a:bodyPr/>
        <a:lstStyle/>
        <a:p>
          <a:pPr>
            <a:defRPr cap="all"/>
          </a:pPr>
          <a:r>
            <a:rPr lang="en-US"/>
            <a:t>SQL Quary Codes</a:t>
          </a:r>
        </a:p>
      </dgm:t>
    </dgm:pt>
    <dgm:pt modelId="{320FE3AE-CAA4-450F-A69E-8E8F84BC74BD}" type="parTrans" cxnId="{078058D4-0FA1-4321-ADBC-5BEB095FD4C9}">
      <dgm:prSet/>
      <dgm:spPr/>
      <dgm:t>
        <a:bodyPr/>
        <a:lstStyle/>
        <a:p>
          <a:endParaRPr lang="en-US"/>
        </a:p>
      </dgm:t>
    </dgm:pt>
    <dgm:pt modelId="{386E66FB-5F58-4D5D-A08B-5D2FA22D5E10}" type="sibTrans" cxnId="{078058D4-0FA1-4321-ADBC-5BEB095FD4C9}">
      <dgm:prSet/>
      <dgm:spPr/>
      <dgm:t>
        <a:bodyPr/>
        <a:lstStyle/>
        <a:p>
          <a:endParaRPr lang="en-US"/>
        </a:p>
      </dgm:t>
    </dgm:pt>
    <dgm:pt modelId="{DC44ABD0-DFDB-4A54-89D1-3E6F76190572}" type="pres">
      <dgm:prSet presAssocID="{811E92BD-EED4-4949-973A-16666972B1AB}" presName="root" presStyleCnt="0">
        <dgm:presLayoutVars>
          <dgm:dir/>
          <dgm:resizeHandles val="exact"/>
        </dgm:presLayoutVars>
      </dgm:prSet>
      <dgm:spPr/>
    </dgm:pt>
    <dgm:pt modelId="{168C30EE-B773-4258-98B2-1C449B7D280D}" type="pres">
      <dgm:prSet presAssocID="{FF32843D-7FC4-42C5-9784-D09D80D4E578}" presName="compNode" presStyleCnt="0"/>
      <dgm:spPr/>
    </dgm:pt>
    <dgm:pt modelId="{44ADD4C0-9C24-4C73-B304-F9ADE71B382A}" type="pres">
      <dgm:prSet presAssocID="{FF32843D-7FC4-42C5-9784-D09D80D4E578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CCB6AC2-D544-4A02-9A1C-06C06190A834}" type="pres">
      <dgm:prSet presAssocID="{FF32843D-7FC4-42C5-9784-D09D80D4E57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6D32F69-8181-4277-9268-4F4FA4AB5AE9}" type="pres">
      <dgm:prSet presAssocID="{FF32843D-7FC4-42C5-9784-D09D80D4E578}" presName="spaceRect" presStyleCnt="0"/>
      <dgm:spPr/>
    </dgm:pt>
    <dgm:pt modelId="{BECB5F18-4D30-447D-9539-135DF8CA276E}" type="pres">
      <dgm:prSet presAssocID="{FF32843D-7FC4-42C5-9784-D09D80D4E578}" presName="textRect" presStyleLbl="revTx" presStyleIdx="0" presStyleCnt="4">
        <dgm:presLayoutVars>
          <dgm:chMax val="1"/>
          <dgm:chPref val="1"/>
        </dgm:presLayoutVars>
      </dgm:prSet>
      <dgm:spPr/>
    </dgm:pt>
    <dgm:pt modelId="{C3BE8771-3522-4C5E-B21B-FCDEBE0F2F15}" type="pres">
      <dgm:prSet presAssocID="{9C9DE272-3BFD-4D20-B0D3-24896EEF7F11}" presName="sibTrans" presStyleCnt="0"/>
      <dgm:spPr/>
    </dgm:pt>
    <dgm:pt modelId="{59842CF7-1A2B-4DF8-9F37-C49ABEF98E66}" type="pres">
      <dgm:prSet presAssocID="{FDA1B46E-927F-4F30-88AE-4030072562A8}" presName="compNode" presStyleCnt="0"/>
      <dgm:spPr/>
    </dgm:pt>
    <dgm:pt modelId="{79C2C8C7-EC14-4588-A72E-E46AA6513A60}" type="pres">
      <dgm:prSet presAssocID="{FDA1B46E-927F-4F30-88AE-4030072562A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C6C73CB-FD32-4370-B2CC-19206964FF04}" type="pres">
      <dgm:prSet presAssocID="{FDA1B46E-927F-4F30-88AE-4030072562A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161A209-A5C2-454F-BEBF-5647D29163A9}" type="pres">
      <dgm:prSet presAssocID="{FDA1B46E-927F-4F30-88AE-4030072562A8}" presName="spaceRect" presStyleCnt="0"/>
      <dgm:spPr/>
    </dgm:pt>
    <dgm:pt modelId="{E5B8643D-493F-4B8D-9DBA-F85D1A0D8F57}" type="pres">
      <dgm:prSet presAssocID="{FDA1B46E-927F-4F30-88AE-4030072562A8}" presName="textRect" presStyleLbl="revTx" presStyleIdx="1" presStyleCnt="4">
        <dgm:presLayoutVars>
          <dgm:chMax val="1"/>
          <dgm:chPref val="1"/>
        </dgm:presLayoutVars>
      </dgm:prSet>
      <dgm:spPr/>
    </dgm:pt>
    <dgm:pt modelId="{31368F40-A8E0-4246-B353-F2215957A951}" type="pres">
      <dgm:prSet presAssocID="{7941D9E2-5AA6-47DE-B941-4A19331A1315}" presName="sibTrans" presStyleCnt="0"/>
      <dgm:spPr/>
    </dgm:pt>
    <dgm:pt modelId="{023797E0-651B-4939-B73F-589F48FA5036}" type="pres">
      <dgm:prSet presAssocID="{D28385E6-F22E-4D6A-ADA9-2F5D1DE9B6C8}" presName="compNode" presStyleCnt="0"/>
      <dgm:spPr/>
    </dgm:pt>
    <dgm:pt modelId="{07C898A9-D8C0-4F85-9721-BA3327F2B8EF}" type="pres">
      <dgm:prSet presAssocID="{D28385E6-F22E-4D6A-ADA9-2F5D1DE9B6C8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4801A28-E133-497B-8E1D-EB44D8AFEF05}" type="pres">
      <dgm:prSet presAssocID="{D28385E6-F22E-4D6A-ADA9-2F5D1DE9B6C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3C6F6B36-0E3A-4660-8250-3BA2225C80D8}" type="pres">
      <dgm:prSet presAssocID="{D28385E6-F22E-4D6A-ADA9-2F5D1DE9B6C8}" presName="spaceRect" presStyleCnt="0"/>
      <dgm:spPr/>
    </dgm:pt>
    <dgm:pt modelId="{62D6E268-DB43-4264-B1B3-C17DB09EA219}" type="pres">
      <dgm:prSet presAssocID="{D28385E6-F22E-4D6A-ADA9-2F5D1DE9B6C8}" presName="textRect" presStyleLbl="revTx" presStyleIdx="2" presStyleCnt="4">
        <dgm:presLayoutVars>
          <dgm:chMax val="1"/>
          <dgm:chPref val="1"/>
        </dgm:presLayoutVars>
      </dgm:prSet>
      <dgm:spPr/>
    </dgm:pt>
    <dgm:pt modelId="{AD12EC27-47BB-43FB-AA8A-6A9F2D2DFF8E}" type="pres">
      <dgm:prSet presAssocID="{806B4780-4F8F-4353-AFE7-8A8C72C18D83}" presName="sibTrans" presStyleCnt="0"/>
      <dgm:spPr/>
    </dgm:pt>
    <dgm:pt modelId="{CA26A1FA-2B56-409B-B567-55FA25706F78}" type="pres">
      <dgm:prSet presAssocID="{01456043-4006-42DB-9BA8-E23967FBBF38}" presName="compNode" presStyleCnt="0"/>
      <dgm:spPr/>
    </dgm:pt>
    <dgm:pt modelId="{E407E22E-9B85-4CE9-BC3E-9368418C03AA}" type="pres">
      <dgm:prSet presAssocID="{01456043-4006-42DB-9BA8-E23967FBBF38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4E49B89-EE2F-47C6-919B-3BE1CA7E1494}" type="pres">
      <dgm:prSet presAssocID="{01456043-4006-42DB-9BA8-E23967FBBF3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276A7E2-950F-4A0D-93D4-7FAA6E603092}" type="pres">
      <dgm:prSet presAssocID="{01456043-4006-42DB-9BA8-E23967FBBF38}" presName="spaceRect" presStyleCnt="0"/>
      <dgm:spPr/>
    </dgm:pt>
    <dgm:pt modelId="{B5324718-3920-4E7A-8248-40BFA23F139A}" type="pres">
      <dgm:prSet presAssocID="{01456043-4006-42DB-9BA8-E23967FBBF3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57D8800-6B04-4A18-B898-14F8DBA1008C}" type="presOf" srcId="{FDA1B46E-927F-4F30-88AE-4030072562A8}" destId="{E5B8643D-493F-4B8D-9DBA-F85D1A0D8F57}" srcOrd="0" destOrd="0" presId="urn:microsoft.com/office/officeart/2018/5/layout/IconLeafLabelList"/>
    <dgm:cxn modelId="{20775E26-3BF3-4083-8575-EBB53A51286F}" type="presOf" srcId="{01456043-4006-42DB-9BA8-E23967FBBF38}" destId="{B5324718-3920-4E7A-8248-40BFA23F139A}" srcOrd="0" destOrd="0" presId="urn:microsoft.com/office/officeart/2018/5/layout/IconLeafLabelList"/>
    <dgm:cxn modelId="{07DDF678-F6D8-4C35-BEAB-8A3792F70195}" srcId="{811E92BD-EED4-4949-973A-16666972B1AB}" destId="{FF32843D-7FC4-42C5-9784-D09D80D4E578}" srcOrd="0" destOrd="0" parTransId="{F480D1DA-A41F-4383-826E-24C8670756B6}" sibTransId="{9C9DE272-3BFD-4D20-B0D3-24896EEF7F11}"/>
    <dgm:cxn modelId="{77070A87-FD50-48B4-AEF4-6CB59037F5F4}" type="presOf" srcId="{FF32843D-7FC4-42C5-9784-D09D80D4E578}" destId="{BECB5F18-4D30-447D-9539-135DF8CA276E}" srcOrd="0" destOrd="0" presId="urn:microsoft.com/office/officeart/2018/5/layout/IconLeafLabelList"/>
    <dgm:cxn modelId="{0E5CCA89-3B80-4A47-990D-C5800C62C26E}" srcId="{811E92BD-EED4-4949-973A-16666972B1AB}" destId="{FDA1B46E-927F-4F30-88AE-4030072562A8}" srcOrd="1" destOrd="0" parTransId="{93F72573-7DDD-4C3A-BAE3-58C6C57A7787}" sibTransId="{7941D9E2-5AA6-47DE-B941-4A19331A1315}"/>
    <dgm:cxn modelId="{F6DED190-D0A0-408C-9843-3F43FE1E5577}" srcId="{811E92BD-EED4-4949-973A-16666972B1AB}" destId="{D28385E6-F22E-4D6A-ADA9-2F5D1DE9B6C8}" srcOrd="2" destOrd="0" parTransId="{10DB7ED6-CD86-4676-ABFB-8D33994E3EC9}" sibTransId="{806B4780-4F8F-4353-AFE7-8A8C72C18D83}"/>
    <dgm:cxn modelId="{7BD15CC1-B0EB-4E53-950B-18A3101156C2}" type="presOf" srcId="{D28385E6-F22E-4D6A-ADA9-2F5D1DE9B6C8}" destId="{62D6E268-DB43-4264-B1B3-C17DB09EA219}" srcOrd="0" destOrd="0" presId="urn:microsoft.com/office/officeart/2018/5/layout/IconLeafLabelList"/>
    <dgm:cxn modelId="{078058D4-0FA1-4321-ADBC-5BEB095FD4C9}" srcId="{811E92BD-EED4-4949-973A-16666972B1AB}" destId="{01456043-4006-42DB-9BA8-E23967FBBF38}" srcOrd="3" destOrd="0" parTransId="{320FE3AE-CAA4-450F-A69E-8E8F84BC74BD}" sibTransId="{386E66FB-5F58-4D5D-A08B-5D2FA22D5E10}"/>
    <dgm:cxn modelId="{D31758E6-19F2-4C4C-B19D-5302AA9A1E31}" type="presOf" srcId="{811E92BD-EED4-4949-973A-16666972B1AB}" destId="{DC44ABD0-DFDB-4A54-89D1-3E6F76190572}" srcOrd="0" destOrd="0" presId="urn:microsoft.com/office/officeart/2018/5/layout/IconLeafLabelList"/>
    <dgm:cxn modelId="{FB52B534-3C60-42FD-9787-75A2BA7043A9}" type="presParOf" srcId="{DC44ABD0-DFDB-4A54-89D1-3E6F76190572}" destId="{168C30EE-B773-4258-98B2-1C449B7D280D}" srcOrd="0" destOrd="0" presId="urn:microsoft.com/office/officeart/2018/5/layout/IconLeafLabelList"/>
    <dgm:cxn modelId="{4628D2EA-BFC1-4FE2-9D07-11B5F85FF784}" type="presParOf" srcId="{168C30EE-B773-4258-98B2-1C449B7D280D}" destId="{44ADD4C0-9C24-4C73-B304-F9ADE71B382A}" srcOrd="0" destOrd="0" presId="urn:microsoft.com/office/officeart/2018/5/layout/IconLeafLabelList"/>
    <dgm:cxn modelId="{BC4516CE-DE70-4BC3-8302-CD0DEFEE1578}" type="presParOf" srcId="{168C30EE-B773-4258-98B2-1C449B7D280D}" destId="{1CCB6AC2-D544-4A02-9A1C-06C06190A834}" srcOrd="1" destOrd="0" presId="urn:microsoft.com/office/officeart/2018/5/layout/IconLeafLabelList"/>
    <dgm:cxn modelId="{3FDF3DE1-7F3E-4CD9-8B46-3A5630CD2255}" type="presParOf" srcId="{168C30EE-B773-4258-98B2-1C449B7D280D}" destId="{F6D32F69-8181-4277-9268-4F4FA4AB5AE9}" srcOrd="2" destOrd="0" presId="urn:microsoft.com/office/officeart/2018/5/layout/IconLeafLabelList"/>
    <dgm:cxn modelId="{F9491ACA-058A-4BE3-9124-3366ACAC6CAF}" type="presParOf" srcId="{168C30EE-B773-4258-98B2-1C449B7D280D}" destId="{BECB5F18-4D30-447D-9539-135DF8CA276E}" srcOrd="3" destOrd="0" presId="urn:microsoft.com/office/officeart/2018/5/layout/IconLeafLabelList"/>
    <dgm:cxn modelId="{A4384560-45F4-4461-94B3-61FFDA64A7F1}" type="presParOf" srcId="{DC44ABD0-DFDB-4A54-89D1-3E6F76190572}" destId="{C3BE8771-3522-4C5E-B21B-FCDEBE0F2F15}" srcOrd="1" destOrd="0" presId="urn:microsoft.com/office/officeart/2018/5/layout/IconLeafLabelList"/>
    <dgm:cxn modelId="{47E384E0-4C29-4254-A4C6-E2B1C5DE8034}" type="presParOf" srcId="{DC44ABD0-DFDB-4A54-89D1-3E6F76190572}" destId="{59842CF7-1A2B-4DF8-9F37-C49ABEF98E66}" srcOrd="2" destOrd="0" presId="urn:microsoft.com/office/officeart/2018/5/layout/IconLeafLabelList"/>
    <dgm:cxn modelId="{08B4A3FD-1F23-4995-A6D5-ED36049A34DF}" type="presParOf" srcId="{59842CF7-1A2B-4DF8-9F37-C49ABEF98E66}" destId="{79C2C8C7-EC14-4588-A72E-E46AA6513A60}" srcOrd="0" destOrd="0" presId="urn:microsoft.com/office/officeart/2018/5/layout/IconLeafLabelList"/>
    <dgm:cxn modelId="{1C69AB10-E83E-4EB6-B0DB-AA8B84F28A78}" type="presParOf" srcId="{59842CF7-1A2B-4DF8-9F37-C49ABEF98E66}" destId="{4C6C73CB-FD32-4370-B2CC-19206964FF04}" srcOrd="1" destOrd="0" presId="urn:microsoft.com/office/officeart/2018/5/layout/IconLeafLabelList"/>
    <dgm:cxn modelId="{328FD02A-7736-4746-9386-8E9C96612F49}" type="presParOf" srcId="{59842CF7-1A2B-4DF8-9F37-C49ABEF98E66}" destId="{E161A209-A5C2-454F-BEBF-5647D29163A9}" srcOrd="2" destOrd="0" presId="urn:microsoft.com/office/officeart/2018/5/layout/IconLeafLabelList"/>
    <dgm:cxn modelId="{DD284E29-2F0B-48D1-BEEF-3F57D0226D87}" type="presParOf" srcId="{59842CF7-1A2B-4DF8-9F37-C49ABEF98E66}" destId="{E5B8643D-493F-4B8D-9DBA-F85D1A0D8F57}" srcOrd="3" destOrd="0" presId="urn:microsoft.com/office/officeart/2018/5/layout/IconLeafLabelList"/>
    <dgm:cxn modelId="{90B0AD77-8F56-4D8A-8DDE-16C810B176B1}" type="presParOf" srcId="{DC44ABD0-DFDB-4A54-89D1-3E6F76190572}" destId="{31368F40-A8E0-4246-B353-F2215957A951}" srcOrd="3" destOrd="0" presId="urn:microsoft.com/office/officeart/2018/5/layout/IconLeafLabelList"/>
    <dgm:cxn modelId="{019752BE-886B-459E-8E23-A71F3E65F6B3}" type="presParOf" srcId="{DC44ABD0-DFDB-4A54-89D1-3E6F76190572}" destId="{023797E0-651B-4939-B73F-589F48FA5036}" srcOrd="4" destOrd="0" presId="urn:microsoft.com/office/officeart/2018/5/layout/IconLeafLabelList"/>
    <dgm:cxn modelId="{5BB8B2EB-EB18-471F-A701-2F16BF9FAFB6}" type="presParOf" srcId="{023797E0-651B-4939-B73F-589F48FA5036}" destId="{07C898A9-D8C0-4F85-9721-BA3327F2B8EF}" srcOrd="0" destOrd="0" presId="urn:microsoft.com/office/officeart/2018/5/layout/IconLeafLabelList"/>
    <dgm:cxn modelId="{9BD2039B-1169-4218-9250-0A52DCCA3549}" type="presParOf" srcId="{023797E0-651B-4939-B73F-589F48FA5036}" destId="{34801A28-E133-497B-8E1D-EB44D8AFEF05}" srcOrd="1" destOrd="0" presId="urn:microsoft.com/office/officeart/2018/5/layout/IconLeafLabelList"/>
    <dgm:cxn modelId="{9842490B-E37D-4A38-B1B9-E85ABA8C896F}" type="presParOf" srcId="{023797E0-651B-4939-B73F-589F48FA5036}" destId="{3C6F6B36-0E3A-4660-8250-3BA2225C80D8}" srcOrd="2" destOrd="0" presId="urn:microsoft.com/office/officeart/2018/5/layout/IconLeafLabelList"/>
    <dgm:cxn modelId="{31044456-43F4-4947-88D5-587CF74C42D1}" type="presParOf" srcId="{023797E0-651B-4939-B73F-589F48FA5036}" destId="{62D6E268-DB43-4264-B1B3-C17DB09EA219}" srcOrd="3" destOrd="0" presId="urn:microsoft.com/office/officeart/2018/5/layout/IconLeafLabelList"/>
    <dgm:cxn modelId="{ED59E2C0-C787-40CA-B8B6-F823A755A173}" type="presParOf" srcId="{DC44ABD0-DFDB-4A54-89D1-3E6F76190572}" destId="{AD12EC27-47BB-43FB-AA8A-6A9F2D2DFF8E}" srcOrd="5" destOrd="0" presId="urn:microsoft.com/office/officeart/2018/5/layout/IconLeafLabelList"/>
    <dgm:cxn modelId="{B1AA03F0-8DDC-434C-8373-609B404EE146}" type="presParOf" srcId="{DC44ABD0-DFDB-4A54-89D1-3E6F76190572}" destId="{CA26A1FA-2B56-409B-B567-55FA25706F78}" srcOrd="6" destOrd="0" presId="urn:microsoft.com/office/officeart/2018/5/layout/IconLeafLabelList"/>
    <dgm:cxn modelId="{370F16A6-EC7B-4A2F-8292-6F768FF672BF}" type="presParOf" srcId="{CA26A1FA-2B56-409B-B567-55FA25706F78}" destId="{E407E22E-9B85-4CE9-BC3E-9368418C03AA}" srcOrd="0" destOrd="0" presId="urn:microsoft.com/office/officeart/2018/5/layout/IconLeafLabelList"/>
    <dgm:cxn modelId="{7D28A61A-74EF-4AA5-8104-19CA1D49CF9B}" type="presParOf" srcId="{CA26A1FA-2B56-409B-B567-55FA25706F78}" destId="{74E49B89-EE2F-47C6-919B-3BE1CA7E1494}" srcOrd="1" destOrd="0" presId="urn:microsoft.com/office/officeart/2018/5/layout/IconLeafLabelList"/>
    <dgm:cxn modelId="{357FDD95-8C66-4DBF-87AC-B5932C0F054A}" type="presParOf" srcId="{CA26A1FA-2B56-409B-B567-55FA25706F78}" destId="{E276A7E2-950F-4A0D-93D4-7FAA6E603092}" srcOrd="2" destOrd="0" presId="urn:microsoft.com/office/officeart/2018/5/layout/IconLeafLabelList"/>
    <dgm:cxn modelId="{FEAAC7BB-D956-4260-A823-F5290FF852A3}" type="presParOf" srcId="{CA26A1FA-2B56-409B-B567-55FA25706F78}" destId="{B5324718-3920-4E7A-8248-40BFA23F139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5AA562-B3DC-4078-90BA-2B4E4B49798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5411B3-7559-4630-BA2A-943E425ECAA1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1800" dirty="0"/>
            <a:t>Brand loyalty and community trust : Their community work and transparency help build trust; in niche markets (like cycling), trust and culture matter a lot.</a:t>
          </a:r>
        </a:p>
      </dgm:t>
    </dgm:pt>
    <dgm:pt modelId="{C90262C0-28CD-419E-B880-5E845B4402B1}" type="parTrans" cxnId="{4B5DA28B-1C7F-41DE-80D6-478810144F25}">
      <dgm:prSet/>
      <dgm:spPr/>
      <dgm:t>
        <a:bodyPr/>
        <a:lstStyle/>
        <a:p>
          <a:pPr algn="ctr"/>
          <a:endParaRPr lang="en-US"/>
        </a:p>
      </dgm:t>
    </dgm:pt>
    <dgm:pt modelId="{73BBBF14-E7CD-4A24-878E-8FB0AB231A57}" type="sibTrans" cxnId="{4B5DA28B-1C7F-41DE-80D6-478810144F25}">
      <dgm:prSet/>
      <dgm:spPr/>
      <dgm:t>
        <a:bodyPr/>
        <a:lstStyle/>
        <a:p>
          <a:pPr algn="ctr"/>
          <a:endParaRPr lang="en-US"/>
        </a:p>
      </dgm:t>
    </dgm:pt>
    <dgm:pt modelId="{CF3DE615-7F46-483B-AC41-3F6E6481CC7E}">
      <dgm:prSet custT="1"/>
      <dgm:spPr>
        <a:noFill/>
        <a:ln>
          <a:noFill/>
        </a:ln>
        <a:effectLst/>
      </dgm:spPr>
      <dgm:t>
        <a:bodyPr spcFirstLastPara="0" vert="horz" wrap="square" lIns="0" tIns="0" rIns="0" bIns="0" numCol="1" spcCol="1270" anchor="t" anchorCtr="0"/>
        <a:lstStyle/>
        <a:p>
          <a:pPr algn="ctr">
            <a:lnSpc>
              <a:spcPct val="100000"/>
            </a:lnSpc>
          </a:pPr>
          <a:r>
            <a:rPr lang="en-US" sz="1800" dirty="0"/>
            <a:t>Good infrastructure and leadership : They have senior roles in marketing, merchandising; they have cross-channel retail capabilities. These organizational investments help in scaling.</a:t>
          </a:r>
        </a:p>
      </dgm:t>
    </dgm:pt>
    <dgm:pt modelId="{9D885065-2F00-4B3E-8846-195672E725D3}" type="parTrans" cxnId="{10586421-110D-42E3-AF00-857AF10556B0}">
      <dgm:prSet/>
      <dgm:spPr/>
      <dgm:t>
        <a:bodyPr/>
        <a:lstStyle/>
        <a:p>
          <a:pPr algn="ctr"/>
          <a:endParaRPr lang="en-US"/>
        </a:p>
      </dgm:t>
    </dgm:pt>
    <dgm:pt modelId="{C757D714-136E-43A2-874A-33D271968260}" type="sibTrans" cxnId="{10586421-110D-42E3-AF00-857AF10556B0}">
      <dgm:prSet/>
      <dgm:spPr/>
      <dgm:t>
        <a:bodyPr/>
        <a:lstStyle/>
        <a:p>
          <a:pPr algn="ctr"/>
          <a:endParaRPr lang="en-US"/>
        </a:p>
      </dgm:t>
    </dgm:pt>
    <dgm:pt modelId="{07AF91D0-DD1C-4C75-B67B-C09E2CD97C76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1800" dirty="0"/>
            <a:t>Wide product range gives them ability to capture different buyer intents — from parts &amp; upgrades to full bikes.</a:t>
          </a:r>
        </a:p>
      </dgm:t>
    </dgm:pt>
    <dgm:pt modelId="{9AD7BA23-F650-49F2-83B7-E5D2F0980B44}" type="parTrans" cxnId="{859F3868-D223-4951-B769-52D89C99F063}">
      <dgm:prSet/>
      <dgm:spPr/>
      <dgm:t>
        <a:bodyPr/>
        <a:lstStyle/>
        <a:p>
          <a:pPr algn="ctr"/>
          <a:endParaRPr lang="en-US"/>
        </a:p>
      </dgm:t>
    </dgm:pt>
    <dgm:pt modelId="{E385B220-652A-459C-91CC-5DF4D9BD0A05}" type="sibTrans" cxnId="{859F3868-D223-4951-B769-52D89C99F063}">
      <dgm:prSet/>
      <dgm:spPr/>
      <dgm:t>
        <a:bodyPr/>
        <a:lstStyle/>
        <a:p>
          <a:pPr algn="ctr"/>
          <a:endParaRPr lang="en-US"/>
        </a:p>
      </dgm:t>
    </dgm:pt>
    <dgm:pt modelId="{04C58D9F-8F18-49C0-B0E5-0D9835BA4F7D}" type="pres">
      <dgm:prSet presAssocID="{B05AA562-B3DC-4078-90BA-2B4E4B497984}" presName="root" presStyleCnt="0">
        <dgm:presLayoutVars>
          <dgm:dir/>
          <dgm:resizeHandles val="exact"/>
        </dgm:presLayoutVars>
      </dgm:prSet>
      <dgm:spPr/>
    </dgm:pt>
    <dgm:pt modelId="{A72AF8A3-F66C-4A7A-94DB-2B0AD7890F3C}" type="pres">
      <dgm:prSet presAssocID="{BA5411B3-7559-4630-BA2A-943E425ECAA1}" presName="compNode" presStyleCnt="0"/>
      <dgm:spPr/>
    </dgm:pt>
    <dgm:pt modelId="{C1B6201F-188D-441A-B7C7-2CF5251BA148}" type="pres">
      <dgm:prSet presAssocID="{BA5411B3-7559-4630-BA2A-943E425ECAA1}" presName="iconRect" presStyleLbl="node1" presStyleIdx="0" presStyleCnt="3" custScaleX="131563" custScaleY="137872" custLinFactNeighborY="-2525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9B0CA97B-149E-48E2-AA81-819A5B0A6627}" type="pres">
      <dgm:prSet presAssocID="{BA5411B3-7559-4630-BA2A-943E425ECAA1}" presName="spaceRect" presStyleCnt="0"/>
      <dgm:spPr/>
    </dgm:pt>
    <dgm:pt modelId="{26089E62-0A7F-4D78-84C3-F70E31272D7A}" type="pres">
      <dgm:prSet presAssocID="{BA5411B3-7559-4630-BA2A-943E425ECAA1}" presName="textRect" presStyleLbl="revTx" presStyleIdx="0" presStyleCnt="3">
        <dgm:presLayoutVars>
          <dgm:chMax val="1"/>
          <dgm:chPref val="1"/>
        </dgm:presLayoutVars>
      </dgm:prSet>
      <dgm:spPr/>
    </dgm:pt>
    <dgm:pt modelId="{864817D3-4404-429B-B3E8-918CF24DDFD5}" type="pres">
      <dgm:prSet presAssocID="{73BBBF14-E7CD-4A24-878E-8FB0AB231A57}" presName="sibTrans" presStyleCnt="0"/>
      <dgm:spPr/>
    </dgm:pt>
    <dgm:pt modelId="{A507075B-F40E-4EDE-9A31-5A2128D2BF67}" type="pres">
      <dgm:prSet presAssocID="{CF3DE615-7F46-483B-AC41-3F6E6481CC7E}" presName="compNode" presStyleCnt="0"/>
      <dgm:spPr/>
    </dgm:pt>
    <dgm:pt modelId="{0C1B8929-08AF-4576-92D4-B1F832EC5BFA}" type="pres">
      <dgm:prSet presAssocID="{CF3DE615-7F46-483B-AC41-3F6E6481CC7E}" presName="iconRect" presStyleLbl="node1" presStyleIdx="1" presStyleCnt="3" custScaleX="131563" custScaleY="137872" custLinFactNeighborY="-783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0C251E6E-2243-4C59-82A6-D61E857A7F55}" type="pres">
      <dgm:prSet presAssocID="{CF3DE615-7F46-483B-AC41-3F6E6481CC7E}" presName="spaceRect" presStyleCnt="0"/>
      <dgm:spPr/>
    </dgm:pt>
    <dgm:pt modelId="{69A3796A-E3D9-4557-9F5F-F51FDF3C1DFC}" type="pres">
      <dgm:prSet presAssocID="{CF3DE615-7F46-483B-AC41-3F6E6481CC7E}" presName="textRect" presStyleLbl="revTx" presStyleIdx="1" presStyleCnt="3" custScaleX="112063" custScaleY="110015" custLinFactNeighborY="-260">
        <dgm:presLayoutVars>
          <dgm:chMax val="1"/>
          <dgm:chPref val="1"/>
        </dgm:presLayoutVars>
      </dgm:prSet>
      <dgm:spPr>
        <a:xfrm>
          <a:off x="3540751" y="2760904"/>
          <a:ext cx="2811643" cy="1736718"/>
        </a:xfrm>
        <a:prstGeom prst="rect">
          <a:avLst/>
        </a:prstGeom>
      </dgm:spPr>
    </dgm:pt>
    <dgm:pt modelId="{AC6337AD-1262-4B3D-8C7F-19A1F77D9AA2}" type="pres">
      <dgm:prSet presAssocID="{C757D714-136E-43A2-874A-33D271968260}" presName="sibTrans" presStyleCnt="0"/>
      <dgm:spPr/>
    </dgm:pt>
    <dgm:pt modelId="{3DF8F817-40A4-41F7-BD95-7AA5FFA831DE}" type="pres">
      <dgm:prSet presAssocID="{07AF91D0-DD1C-4C75-B67B-C09E2CD97C76}" presName="compNode" presStyleCnt="0"/>
      <dgm:spPr/>
    </dgm:pt>
    <dgm:pt modelId="{C5403A53-86A3-46DD-9E5D-1A75CE550D8A}" type="pres">
      <dgm:prSet presAssocID="{07AF91D0-DD1C-4C75-B67B-C09E2CD97C76}" presName="iconRect" presStyleLbl="node1" presStyleIdx="2" presStyleCnt="3" custScaleX="131563" custScaleY="137872" custLinFactNeighborY="-2525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torcycle"/>
        </a:ext>
      </dgm:extLst>
    </dgm:pt>
    <dgm:pt modelId="{4200796B-CB64-4B5B-998F-A7EE1F8AC631}" type="pres">
      <dgm:prSet presAssocID="{07AF91D0-DD1C-4C75-B67B-C09E2CD97C76}" presName="spaceRect" presStyleCnt="0"/>
      <dgm:spPr/>
    </dgm:pt>
    <dgm:pt modelId="{F08D527B-9970-428A-90DA-AA4B5FA70F0A}" type="pres">
      <dgm:prSet presAssocID="{07AF91D0-DD1C-4C75-B67B-C09E2CD97C76}" presName="textRect" presStyleLbl="revTx" presStyleIdx="2" presStyleCnt="3" custLinFactNeighborY="1100">
        <dgm:presLayoutVars>
          <dgm:chMax val="1"/>
          <dgm:chPref val="1"/>
        </dgm:presLayoutVars>
      </dgm:prSet>
      <dgm:spPr/>
    </dgm:pt>
  </dgm:ptLst>
  <dgm:cxnLst>
    <dgm:cxn modelId="{AA0BF906-225A-4DFD-B82D-49DEB7526619}" type="presOf" srcId="{CF3DE615-7F46-483B-AC41-3F6E6481CC7E}" destId="{69A3796A-E3D9-4557-9F5F-F51FDF3C1DFC}" srcOrd="0" destOrd="0" presId="urn:microsoft.com/office/officeart/2018/2/layout/IconLabelList"/>
    <dgm:cxn modelId="{10586421-110D-42E3-AF00-857AF10556B0}" srcId="{B05AA562-B3DC-4078-90BA-2B4E4B497984}" destId="{CF3DE615-7F46-483B-AC41-3F6E6481CC7E}" srcOrd="1" destOrd="0" parTransId="{9D885065-2F00-4B3E-8846-195672E725D3}" sibTransId="{C757D714-136E-43A2-874A-33D271968260}"/>
    <dgm:cxn modelId="{859F3868-D223-4951-B769-52D89C99F063}" srcId="{B05AA562-B3DC-4078-90BA-2B4E4B497984}" destId="{07AF91D0-DD1C-4C75-B67B-C09E2CD97C76}" srcOrd="2" destOrd="0" parTransId="{9AD7BA23-F650-49F2-83B7-E5D2F0980B44}" sibTransId="{E385B220-652A-459C-91CC-5DF4D9BD0A05}"/>
    <dgm:cxn modelId="{19BEC056-2ADE-40C8-AFC5-585AE593C8F9}" type="presOf" srcId="{B05AA562-B3DC-4078-90BA-2B4E4B497984}" destId="{04C58D9F-8F18-49C0-B0E5-0D9835BA4F7D}" srcOrd="0" destOrd="0" presId="urn:microsoft.com/office/officeart/2018/2/layout/IconLabelList"/>
    <dgm:cxn modelId="{4B5DA28B-1C7F-41DE-80D6-478810144F25}" srcId="{B05AA562-B3DC-4078-90BA-2B4E4B497984}" destId="{BA5411B3-7559-4630-BA2A-943E425ECAA1}" srcOrd="0" destOrd="0" parTransId="{C90262C0-28CD-419E-B880-5E845B4402B1}" sibTransId="{73BBBF14-E7CD-4A24-878E-8FB0AB231A57}"/>
    <dgm:cxn modelId="{05D42DE0-D544-4261-9B24-0056BD3A300C}" type="presOf" srcId="{BA5411B3-7559-4630-BA2A-943E425ECAA1}" destId="{26089E62-0A7F-4D78-84C3-F70E31272D7A}" srcOrd="0" destOrd="0" presId="urn:microsoft.com/office/officeart/2018/2/layout/IconLabelList"/>
    <dgm:cxn modelId="{346EE5FF-5C3A-457A-AF61-17C392204949}" type="presOf" srcId="{07AF91D0-DD1C-4C75-B67B-C09E2CD97C76}" destId="{F08D527B-9970-428A-90DA-AA4B5FA70F0A}" srcOrd="0" destOrd="0" presId="urn:microsoft.com/office/officeart/2018/2/layout/IconLabelList"/>
    <dgm:cxn modelId="{B590C786-9E5C-423B-9C40-3AEC31E673B5}" type="presParOf" srcId="{04C58D9F-8F18-49C0-B0E5-0D9835BA4F7D}" destId="{A72AF8A3-F66C-4A7A-94DB-2B0AD7890F3C}" srcOrd="0" destOrd="0" presId="urn:microsoft.com/office/officeart/2018/2/layout/IconLabelList"/>
    <dgm:cxn modelId="{1D4CFE07-BAF4-468B-9A52-DF8EC7536843}" type="presParOf" srcId="{A72AF8A3-F66C-4A7A-94DB-2B0AD7890F3C}" destId="{C1B6201F-188D-441A-B7C7-2CF5251BA148}" srcOrd="0" destOrd="0" presId="urn:microsoft.com/office/officeart/2018/2/layout/IconLabelList"/>
    <dgm:cxn modelId="{6DD6DE76-B553-41ED-9E2E-147005D7089F}" type="presParOf" srcId="{A72AF8A3-F66C-4A7A-94DB-2B0AD7890F3C}" destId="{9B0CA97B-149E-48E2-AA81-819A5B0A6627}" srcOrd="1" destOrd="0" presId="urn:microsoft.com/office/officeart/2018/2/layout/IconLabelList"/>
    <dgm:cxn modelId="{0878057D-B637-4227-924D-AF43224247E1}" type="presParOf" srcId="{A72AF8A3-F66C-4A7A-94DB-2B0AD7890F3C}" destId="{26089E62-0A7F-4D78-84C3-F70E31272D7A}" srcOrd="2" destOrd="0" presId="urn:microsoft.com/office/officeart/2018/2/layout/IconLabelList"/>
    <dgm:cxn modelId="{0880916B-E171-4088-A247-5FFFF0FDDA1C}" type="presParOf" srcId="{04C58D9F-8F18-49C0-B0E5-0D9835BA4F7D}" destId="{864817D3-4404-429B-B3E8-918CF24DDFD5}" srcOrd="1" destOrd="0" presId="urn:microsoft.com/office/officeart/2018/2/layout/IconLabelList"/>
    <dgm:cxn modelId="{58515E73-199A-4F17-A4E9-7233C15C590A}" type="presParOf" srcId="{04C58D9F-8F18-49C0-B0E5-0D9835BA4F7D}" destId="{A507075B-F40E-4EDE-9A31-5A2128D2BF67}" srcOrd="2" destOrd="0" presId="urn:microsoft.com/office/officeart/2018/2/layout/IconLabelList"/>
    <dgm:cxn modelId="{CC91D118-903F-4F52-9560-21ACEF774961}" type="presParOf" srcId="{A507075B-F40E-4EDE-9A31-5A2128D2BF67}" destId="{0C1B8929-08AF-4576-92D4-B1F832EC5BFA}" srcOrd="0" destOrd="0" presId="urn:microsoft.com/office/officeart/2018/2/layout/IconLabelList"/>
    <dgm:cxn modelId="{40D2FB21-8524-4676-B3E1-B428FECEEA84}" type="presParOf" srcId="{A507075B-F40E-4EDE-9A31-5A2128D2BF67}" destId="{0C251E6E-2243-4C59-82A6-D61E857A7F55}" srcOrd="1" destOrd="0" presId="urn:microsoft.com/office/officeart/2018/2/layout/IconLabelList"/>
    <dgm:cxn modelId="{8581A83D-CA4D-421C-BFAB-713C84F285FD}" type="presParOf" srcId="{A507075B-F40E-4EDE-9A31-5A2128D2BF67}" destId="{69A3796A-E3D9-4557-9F5F-F51FDF3C1DFC}" srcOrd="2" destOrd="0" presId="urn:microsoft.com/office/officeart/2018/2/layout/IconLabelList"/>
    <dgm:cxn modelId="{3CC2F96F-EB76-4E05-B0E0-D77FDE633F9E}" type="presParOf" srcId="{04C58D9F-8F18-49C0-B0E5-0D9835BA4F7D}" destId="{AC6337AD-1262-4B3D-8C7F-19A1F77D9AA2}" srcOrd="3" destOrd="0" presId="urn:microsoft.com/office/officeart/2018/2/layout/IconLabelList"/>
    <dgm:cxn modelId="{34882144-7019-4E31-9370-92BCE880D1C3}" type="presParOf" srcId="{04C58D9F-8F18-49C0-B0E5-0D9835BA4F7D}" destId="{3DF8F817-40A4-41F7-BD95-7AA5FFA831DE}" srcOrd="4" destOrd="0" presId="urn:microsoft.com/office/officeart/2018/2/layout/IconLabelList"/>
    <dgm:cxn modelId="{540D22F9-C360-44C9-B9DD-5DAE3DBC6E01}" type="presParOf" srcId="{3DF8F817-40A4-41F7-BD95-7AA5FFA831DE}" destId="{C5403A53-86A3-46DD-9E5D-1A75CE550D8A}" srcOrd="0" destOrd="0" presId="urn:microsoft.com/office/officeart/2018/2/layout/IconLabelList"/>
    <dgm:cxn modelId="{D6585605-E2D9-4C50-BE9B-8E816AD5064A}" type="presParOf" srcId="{3DF8F817-40A4-41F7-BD95-7AA5FFA831DE}" destId="{4200796B-CB64-4B5B-998F-A7EE1F8AC631}" srcOrd="1" destOrd="0" presId="urn:microsoft.com/office/officeart/2018/2/layout/IconLabelList"/>
    <dgm:cxn modelId="{CE52BBEF-9884-4890-B665-E0F6782E3E4B}" type="presParOf" srcId="{3DF8F817-40A4-41F7-BD95-7AA5FFA831DE}" destId="{F08D527B-9970-428A-90DA-AA4B5FA70F0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ADD4C0-9C24-4C73-B304-F9ADE71B382A}">
      <dsp:nvSpPr>
        <dsp:cNvPr id="0" name=""/>
        <dsp:cNvSpPr/>
      </dsp:nvSpPr>
      <dsp:spPr>
        <a:xfrm>
          <a:off x="805924" y="508256"/>
          <a:ext cx="1256817" cy="125681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CB6AC2-D544-4A02-9A1C-06C06190A834}">
      <dsp:nvSpPr>
        <dsp:cNvPr id="0" name=""/>
        <dsp:cNvSpPr/>
      </dsp:nvSpPr>
      <dsp:spPr>
        <a:xfrm>
          <a:off x="1073770" y="776103"/>
          <a:ext cx="721124" cy="7211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B5F18-4D30-447D-9539-135DF8CA276E}">
      <dsp:nvSpPr>
        <dsp:cNvPr id="0" name=""/>
        <dsp:cNvSpPr/>
      </dsp:nvSpPr>
      <dsp:spPr>
        <a:xfrm>
          <a:off x="404154" y="2156542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About Company</a:t>
          </a:r>
        </a:p>
      </dsp:txBody>
      <dsp:txXfrm>
        <a:off x="404154" y="2156542"/>
        <a:ext cx="2060357" cy="720000"/>
      </dsp:txXfrm>
    </dsp:sp>
    <dsp:sp modelId="{79C2C8C7-EC14-4588-A72E-E46AA6513A60}">
      <dsp:nvSpPr>
        <dsp:cNvPr id="0" name=""/>
        <dsp:cNvSpPr/>
      </dsp:nvSpPr>
      <dsp:spPr>
        <a:xfrm>
          <a:off x="3226843" y="508256"/>
          <a:ext cx="1256817" cy="125681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6C73CB-FD32-4370-B2CC-19206964FF04}">
      <dsp:nvSpPr>
        <dsp:cNvPr id="0" name=""/>
        <dsp:cNvSpPr/>
      </dsp:nvSpPr>
      <dsp:spPr>
        <a:xfrm>
          <a:off x="3494690" y="776103"/>
          <a:ext cx="721124" cy="7211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8643D-493F-4B8D-9DBA-F85D1A0D8F57}">
      <dsp:nvSpPr>
        <dsp:cNvPr id="0" name=""/>
        <dsp:cNvSpPr/>
      </dsp:nvSpPr>
      <dsp:spPr>
        <a:xfrm>
          <a:off x="2825074" y="2156542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Financial Overview</a:t>
          </a:r>
        </a:p>
      </dsp:txBody>
      <dsp:txXfrm>
        <a:off x="2825074" y="2156542"/>
        <a:ext cx="2060357" cy="720000"/>
      </dsp:txXfrm>
    </dsp:sp>
    <dsp:sp modelId="{07C898A9-D8C0-4F85-9721-BA3327F2B8EF}">
      <dsp:nvSpPr>
        <dsp:cNvPr id="0" name=""/>
        <dsp:cNvSpPr/>
      </dsp:nvSpPr>
      <dsp:spPr>
        <a:xfrm>
          <a:off x="5647763" y="508256"/>
          <a:ext cx="1256817" cy="125681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01A28-E133-497B-8E1D-EB44D8AFEF05}">
      <dsp:nvSpPr>
        <dsp:cNvPr id="0" name=""/>
        <dsp:cNvSpPr/>
      </dsp:nvSpPr>
      <dsp:spPr>
        <a:xfrm>
          <a:off x="5915609" y="776103"/>
          <a:ext cx="721124" cy="7211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6E268-DB43-4264-B1B3-C17DB09EA219}">
      <dsp:nvSpPr>
        <dsp:cNvPr id="0" name=""/>
        <dsp:cNvSpPr/>
      </dsp:nvSpPr>
      <dsp:spPr>
        <a:xfrm>
          <a:off x="5245993" y="2156542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Marketing Strategy</a:t>
          </a:r>
        </a:p>
      </dsp:txBody>
      <dsp:txXfrm>
        <a:off x="5245993" y="2156542"/>
        <a:ext cx="2060357" cy="720000"/>
      </dsp:txXfrm>
    </dsp:sp>
    <dsp:sp modelId="{E407E22E-9B85-4CE9-BC3E-9368418C03AA}">
      <dsp:nvSpPr>
        <dsp:cNvPr id="0" name=""/>
        <dsp:cNvSpPr/>
      </dsp:nvSpPr>
      <dsp:spPr>
        <a:xfrm>
          <a:off x="8068682" y="508256"/>
          <a:ext cx="1256817" cy="1256817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49B89-EE2F-47C6-919B-3BE1CA7E1494}">
      <dsp:nvSpPr>
        <dsp:cNvPr id="0" name=""/>
        <dsp:cNvSpPr/>
      </dsp:nvSpPr>
      <dsp:spPr>
        <a:xfrm>
          <a:off x="8336529" y="776103"/>
          <a:ext cx="721124" cy="7211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24718-3920-4E7A-8248-40BFA23F139A}">
      <dsp:nvSpPr>
        <dsp:cNvPr id="0" name=""/>
        <dsp:cNvSpPr/>
      </dsp:nvSpPr>
      <dsp:spPr>
        <a:xfrm>
          <a:off x="7666913" y="2156542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SQL Quary Codes</a:t>
          </a:r>
        </a:p>
      </dsp:txBody>
      <dsp:txXfrm>
        <a:off x="7666913" y="2156542"/>
        <a:ext cx="206035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6201F-188D-441A-B7C7-2CF5251BA148}">
      <dsp:nvSpPr>
        <dsp:cNvPr id="0" name=""/>
        <dsp:cNvSpPr/>
      </dsp:nvSpPr>
      <dsp:spPr>
        <a:xfrm>
          <a:off x="641014" y="264087"/>
          <a:ext cx="1664586" cy="17444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89E62-0A7F-4D78-84C3-F70E31272D7A}">
      <dsp:nvSpPr>
        <dsp:cNvPr id="0" name=""/>
        <dsp:cNvSpPr/>
      </dsp:nvSpPr>
      <dsp:spPr>
        <a:xfrm>
          <a:off x="67486" y="2660992"/>
          <a:ext cx="2811643" cy="1978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Brand loyalty and community trust : Their community work and transparency help build trust; in niche markets (like cycling), trust and culture matter a lot.</a:t>
          </a:r>
        </a:p>
      </dsp:txBody>
      <dsp:txXfrm>
        <a:off x="67486" y="2660992"/>
        <a:ext cx="2811643" cy="1978953"/>
      </dsp:txXfrm>
    </dsp:sp>
    <dsp:sp modelId="{0C1B8929-08AF-4576-92D4-B1F832EC5BFA}">
      <dsp:nvSpPr>
        <dsp:cNvPr id="0" name=""/>
        <dsp:cNvSpPr/>
      </dsp:nvSpPr>
      <dsp:spPr>
        <a:xfrm>
          <a:off x="4114279" y="251886"/>
          <a:ext cx="1664586" cy="17444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3796A-E3D9-4557-9F5F-F51FDF3C1DFC}">
      <dsp:nvSpPr>
        <dsp:cNvPr id="0" name=""/>
        <dsp:cNvSpPr/>
      </dsp:nvSpPr>
      <dsp:spPr>
        <a:xfrm>
          <a:off x="3371167" y="2663024"/>
          <a:ext cx="3150811" cy="2204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Good infrastructure and leadership : They have senior roles in marketing, merchandising; they have cross-channel retail capabilities. These organizational investments help in scaling.</a:t>
          </a:r>
        </a:p>
      </dsp:txBody>
      <dsp:txXfrm>
        <a:off x="3371167" y="2663024"/>
        <a:ext cx="3150811" cy="2204292"/>
      </dsp:txXfrm>
    </dsp:sp>
    <dsp:sp modelId="{C5403A53-86A3-46DD-9E5D-1A75CE550D8A}">
      <dsp:nvSpPr>
        <dsp:cNvPr id="0" name=""/>
        <dsp:cNvSpPr/>
      </dsp:nvSpPr>
      <dsp:spPr>
        <a:xfrm>
          <a:off x="7587544" y="249431"/>
          <a:ext cx="1664586" cy="17444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D527B-9970-428A-90DA-AA4B5FA70F0A}">
      <dsp:nvSpPr>
        <dsp:cNvPr id="0" name=""/>
        <dsp:cNvSpPr/>
      </dsp:nvSpPr>
      <dsp:spPr>
        <a:xfrm>
          <a:off x="7014016" y="2673013"/>
          <a:ext cx="2811643" cy="20036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Wide product range gives them ability to capture different buyer intents — from parts &amp; upgrades to full bikes.</a:t>
          </a:r>
        </a:p>
      </dsp:txBody>
      <dsp:txXfrm>
        <a:off x="7014016" y="2673013"/>
        <a:ext cx="2811643" cy="20036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59342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1756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748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753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3717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8516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9887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7689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6221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87847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45037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74954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22263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29038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844324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09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4301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8D19DA0-6104-4933-A9B0-3B2F6FF3410D}" type="datetimeFigureOut">
              <a:rPr lang="en-AE" smtClean="0"/>
              <a:t>15/09/2025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C617FF6-B2DE-4A93-B87D-D4E22631CD6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60914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23" r:id="rId1"/>
    <p:sldLayoutId id="2147484124" r:id="rId2"/>
    <p:sldLayoutId id="2147484125" r:id="rId3"/>
    <p:sldLayoutId id="2147484126" r:id="rId4"/>
    <p:sldLayoutId id="2147484127" r:id="rId5"/>
    <p:sldLayoutId id="2147484128" r:id="rId6"/>
    <p:sldLayoutId id="2147484129" r:id="rId7"/>
    <p:sldLayoutId id="2147484130" r:id="rId8"/>
    <p:sldLayoutId id="2147484131" r:id="rId9"/>
    <p:sldLayoutId id="2147484132" r:id="rId10"/>
    <p:sldLayoutId id="2147484133" r:id="rId11"/>
    <p:sldLayoutId id="2147484134" r:id="rId12"/>
    <p:sldLayoutId id="2147484135" r:id="rId13"/>
    <p:sldLayoutId id="2147484136" r:id="rId14"/>
    <p:sldLayoutId id="2147484137" r:id="rId15"/>
    <p:sldLayoutId id="2147484138" r:id="rId16"/>
    <p:sldLayoutId id="214748413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riding bicycles on a road&#10;&#10;AI-generated content may be incorrect.">
            <a:extLst>
              <a:ext uri="{FF2B5EF4-FFF2-40B4-BE49-F238E27FC236}">
                <a16:creationId xmlns:a16="http://schemas.microsoft.com/office/drawing/2014/main" id="{98F71007-E74B-3867-EC95-62E2975A7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39" b="1"/>
          <a:stretch>
            <a:fillRect/>
          </a:stretch>
        </p:blipFill>
        <p:spPr>
          <a:xfrm>
            <a:off x="-1" y="9143"/>
            <a:ext cx="8239421" cy="684885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DEF3108-FE75-B97B-42FB-FF6A9EFA1598}"/>
              </a:ext>
            </a:extLst>
          </p:cNvPr>
          <p:cNvSpPr txBox="1">
            <a:spLocks/>
          </p:cNvSpPr>
          <p:nvPr/>
        </p:nvSpPr>
        <p:spPr>
          <a:xfrm>
            <a:off x="8239420" y="3429000"/>
            <a:ext cx="2650734" cy="84486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00B050"/>
                </a:solidFill>
              </a:rPr>
              <a:t>Project : </a:t>
            </a:r>
            <a:r>
              <a:rPr lang="en-IN" sz="3600" b="1" dirty="0">
                <a:solidFill>
                  <a:srgbClr val="00B050"/>
                </a:solidFill>
              </a:rPr>
              <a:t>Jenson USA</a:t>
            </a:r>
            <a:endParaRPr lang="en-AE" sz="3600" b="1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A75E780-6653-2D7F-36FB-45CB5AC6EBD9}"/>
              </a:ext>
            </a:extLst>
          </p:cNvPr>
          <p:cNvSpPr txBox="1">
            <a:spLocks/>
          </p:cNvSpPr>
          <p:nvPr/>
        </p:nvSpPr>
        <p:spPr>
          <a:xfrm>
            <a:off x="9166034" y="5585552"/>
            <a:ext cx="3008073" cy="1167160"/>
          </a:xfrm>
          <a:prstGeom prst="rect">
            <a:avLst/>
          </a:prstGeom>
        </p:spPr>
        <p:txBody>
          <a:bodyPr vert="horz" lIns="68580" tIns="34290" rIns="6858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B050"/>
                </a:solidFill>
              </a:rPr>
              <a:t>Presented By : Kinjal GOHIL</a:t>
            </a:r>
            <a:endParaRPr lang="en-AE" sz="3600" b="1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2AB757-1C75-7110-9ADF-940489BB9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420" y="9143"/>
            <a:ext cx="3934687" cy="190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5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3F6EA8-47A4-3356-7430-2799D4E16E72}"/>
              </a:ext>
            </a:extLst>
          </p:cNvPr>
          <p:cNvSpPr txBox="1"/>
          <p:nvPr/>
        </p:nvSpPr>
        <p:spPr>
          <a:xfrm>
            <a:off x="4846963" y="1182478"/>
            <a:ext cx="2498074" cy="1142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cap="all" dirty="0">
                <a:ln w="3175" cmpd="sng">
                  <a:noFill/>
                </a:ln>
                <a:solidFill>
                  <a:srgbClr val="92D050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graphicFrame>
        <p:nvGraphicFramePr>
          <p:cNvPr id="103" name="TextBox 5">
            <a:extLst>
              <a:ext uri="{FF2B5EF4-FFF2-40B4-BE49-F238E27FC236}">
                <a16:creationId xmlns:a16="http://schemas.microsoft.com/office/drawing/2014/main" id="{177578D6-6DAB-29C1-085B-DA8149F55A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921327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547898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Vintage bike parked on country road at sunset">
            <a:extLst>
              <a:ext uri="{FF2B5EF4-FFF2-40B4-BE49-F238E27FC236}">
                <a16:creationId xmlns:a16="http://schemas.microsoft.com/office/drawing/2014/main" id="{61C7DF61-4C53-DC1D-B9A6-3943D3421D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3583" r="-1" b="-1"/>
          <a:stretch>
            <a:fillRect/>
          </a:stretch>
        </p:blipFill>
        <p:spPr>
          <a:xfrm>
            <a:off x="1143010" y="586648"/>
            <a:ext cx="9905980" cy="56847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C62991-DA13-3086-1327-511F32DA33C5}"/>
              </a:ext>
            </a:extLst>
          </p:cNvPr>
          <p:cNvSpPr txBox="1"/>
          <p:nvPr/>
        </p:nvSpPr>
        <p:spPr>
          <a:xfrm>
            <a:off x="1700215" y="774855"/>
            <a:ext cx="2662466" cy="1131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cap="all" dirty="0">
                <a:ln w="3175" cmpd="sng">
                  <a:noFill/>
                </a:ln>
                <a:solidFill>
                  <a:srgbClr val="92D050"/>
                </a:solidFill>
                <a:latin typeface="+mj-lt"/>
                <a:ea typeface="+mj-ea"/>
                <a:cs typeface="+mj-cs"/>
              </a:rPr>
              <a:t>ABOUT 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5D53A-9E13-0C92-F684-0A01C754FE3E}"/>
              </a:ext>
            </a:extLst>
          </p:cNvPr>
          <p:cNvSpPr txBox="1"/>
          <p:nvPr/>
        </p:nvSpPr>
        <p:spPr>
          <a:xfrm>
            <a:off x="1700215" y="1656763"/>
            <a:ext cx="9118350" cy="3884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sz="2800" dirty="0"/>
              <a:t>•	For many, cycling presents a world of possibilities and opportunities at every turn. </a:t>
            </a:r>
          </a:p>
          <a:p>
            <a:pPr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sz="2800" dirty="0"/>
              <a:t>•	At Jenson USA, our passion for cycling sprouted back in 1994 and has since taken root and grown into a community of people devoted to living life to its fullest. </a:t>
            </a:r>
          </a:p>
          <a:p>
            <a:pPr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sz="2800" dirty="0"/>
              <a:t>•	We are building a culture of people who respect each other and set the pace, and lead through service.</a:t>
            </a:r>
          </a:p>
        </p:txBody>
      </p:sp>
    </p:spTree>
    <p:extLst>
      <p:ext uri="{BB962C8B-B14F-4D97-AF65-F5344CB8AC3E}">
        <p14:creationId xmlns:p14="http://schemas.microsoft.com/office/powerpoint/2010/main" val="40290647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bstract blurred background of department store">
            <a:extLst>
              <a:ext uri="{FF2B5EF4-FFF2-40B4-BE49-F238E27FC236}">
                <a16:creationId xmlns:a16="http://schemas.microsoft.com/office/drawing/2014/main" id="{81A570E3-EF2C-173C-EAEB-1E959A22C7F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r="3582" b="-1"/>
          <a:stretch>
            <a:fillRect/>
          </a:stretch>
        </p:blipFill>
        <p:spPr>
          <a:xfrm>
            <a:off x="1264206" y="440674"/>
            <a:ext cx="9905980" cy="543967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1E2718C-5197-7CDB-1631-414E07678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460" y="867480"/>
            <a:ext cx="5233010" cy="78504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br>
              <a:rPr lang="en-US" sz="4800" dirty="0"/>
            </a:br>
            <a:r>
              <a:rPr lang="en-US" sz="4900" b="1" dirty="0">
                <a:solidFill>
                  <a:srgbClr val="92D050"/>
                </a:solidFill>
              </a:rPr>
              <a:t>FINANCIAL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AD36E-7868-F10D-4788-81E484A890C9}"/>
              </a:ext>
            </a:extLst>
          </p:cNvPr>
          <p:cNvSpPr txBox="1"/>
          <p:nvPr/>
        </p:nvSpPr>
        <p:spPr>
          <a:xfrm>
            <a:off x="1700215" y="1811001"/>
            <a:ext cx="9118350" cy="3884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sz="2800" dirty="0"/>
              <a:t>•	With An Estimated Annual Revenue Of Approximately $23.5 Million And Around 104 Employees. </a:t>
            </a:r>
          </a:p>
          <a:p>
            <a:pPr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sz="2800" dirty="0"/>
              <a:t>•	As A Retailer Of Cycling Products, Jenson Usa Has Seen Financial Success Through Initiatives Like Partnering With Bloomreach To Improve Its Search Functionality, Which Resulted In A 26% Increase In Mobile Revenue Per Visitor, And Introducing Jenson Pay, A Digital Card Option For Customers.</a:t>
            </a:r>
          </a:p>
        </p:txBody>
      </p:sp>
    </p:spTree>
    <p:extLst>
      <p:ext uri="{BB962C8B-B14F-4D97-AF65-F5344CB8AC3E}">
        <p14:creationId xmlns:p14="http://schemas.microsoft.com/office/powerpoint/2010/main" val="3825112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2D082-3DED-A54E-A505-C74197B31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8226" y="466830"/>
            <a:ext cx="6384242" cy="82214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dirty="0">
                <a:solidFill>
                  <a:srgbClr val="92D050"/>
                </a:solidFill>
              </a:rPr>
              <a:t>MARKETING</a:t>
            </a:r>
            <a:r>
              <a:rPr lang="en-US" b="1" dirty="0">
                <a:solidFill>
                  <a:srgbClr val="92D050"/>
                </a:solidFill>
              </a:rPr>
              <a:t> </a:t>
            </a:r>
            <a:r>
              <a:rPr lang="en-US" sz="4900" b="1" dirty="0">
                <a:solidFill>
                  <a:srgbClr val="92D050"/>
                </a:solidFill>
              </a:rPr>
              <a:t>STRATEGY</a:t>
            </a:r>
            <a:endParaRPr lang="en-AE" sz="4900" b="1" dirty="0">
              <a:solidFill>
                <a:srgbClr val="92D050"/>
              </a:solidFill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9A599FD-1F83-65D1-8C98-69DBBDC18E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1710390"/>
              </p:ext>
            </p:extLst>
          </p:nvPr>
        </p:nvGraphicFramePr>
        <p:xfrm>
          <a:off x="1366093" y="1375534"/>
          <a:ext cx="9893146" cy="5223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26779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412F55-AE3B-70DE-CFBF-D853E66C6D96}"/>
              </a:ext>
            </a:extLst>
          </p:cNvPr>
          <p:cNvSpPr txBox="1"/>
          <p:nvPr/>
        </p:nvSpPr>
        <p:spPr>
          <a:xfrm>
            <a:off x="2158429" y="1051426"/>
            <a:ext cx="7875142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1) </a:t>
            </a:r>
            <a:r>
              <a:rPr lang="en-US" sz="2000" b="1" dirty="0">
                <a:solidFill>
                  <a:srgbClr val="FF0000"/>
                </a:solidFill>
              </a:rPr>
              <a:t>Find the total number of products sold by each store along with the store name.</a:t>
            </a:r>
          </a:p>
          <a:p>
            <a:pPr algn="ctr"/>
            <a:endParaRPr lang="en-AE" sz="1500" dirty="0"/>
          </a:p>
          <a:p>
            <a:r>
              <a:rPr lang="en-AE" dirty="0"/>
              <a:t>Query </a:t>
            </a:r>
            <a:r>
              <a:rPr lang="en-AE" b="1" dirty="0"/>
              <a:t>: </a:t>
            </a:r>
          </a:p>
          <a:p>
            <a:pPr algn="ctr"/>
            <a:r>
              <a:rPr lang="en-US" sz="2800" b="1" dirty="0">
                <a:solidFill>
                  <a:schemeClr val="accent6"/>
                </a:solidFill>
              </a:rPr>
              <a:t>select</a:t>
            </a:r>
            <a:r>
              <a:rPr lang="en-US" sz="2800" b="1" dirty="0">
                <a:solidFill>
                  <a:srgbClr val="92D050"/>
                </a:solidFill>
              </a:rPr>
              <a:t> </a:t>
            </a:r>
            <a:r>
              <a:rPr lang="en-US" sz="2800" b="1" dirty="0" err="1">
                <a:solidFill>
                  <a:srgbClr val="92D050"/>
                </a:solidFill>
              </a:rPr>
              <a:t>stores.store_name</a:t>
            </a:r>
            <a:r>
              <a:rPr lang="en-US" sz="2800" b="1" dirty="0">
                <a:solidFill>
                  <a:srgbClr val="92D050"/>
                </a:solidFill>
              </a:rPr>
              <a:t>, </a:t>
            </a:r>
          </a:p>
          <a:p>
            <a:pPr algn="ctr"/>
            <a:r>
              <a:rPr lang="en-US" sz="2800" b="1" dirty="0">
                <a:solidFill>
                  <a:srgbClr val="92D050"/>
                </a:solidFill>
              </a:rPr>
              <a:t>sum(</a:t>
            </a:r>
            <a:r>
              <a:rPr lang="en-US" sz="2800" b="1" dirty="0" err="1">
                <a:solidFill>
                  <a:srgbClr val="92D050"/>
                </a:solidFill>
              </a:rPr>
              <a:t>order_items.quantity</a:t>
            </a:r>
            <a:r>
              <a:rPr lang="en-US" sz="2800" b="1" dirty="0">
                <a:solidFill>
                  <a:srgbClr val="92D050"/>
                </a:solidFill>
              </a:rPr>
              <a:t>) as </a:t>
            </a:r>
            <a:r>
              <a:rPr lang="en-US" sz="2800" b="1" dirty="0" err="1">
                <a:solidFill>
                  <a:srgbClr val="92D050"/>
                </a:solidFill>
              </a:rPr>
              <a:t>products_sold</a:t>
            </a:r>
            <a:r>
              <a:rPr lang="en-US" sz="2800" b="1" dirty="0">
                <a:solidFill>
                  <a:srgbClr val="92D050"/>
                </a:solidFill>
              </a:rPr>
              <a:t> </a:t>
            </a:r>
          </a:p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from</a:t>
            </a:r>
          </a:p>
          <a:p>
            <a:pPr algn="ctr"/>
            <a:r>
              <a:rPr lang="en-US" sz="2800" b="1" dirty="0">
                <a:solidFill>
                  <a:srgbClr val="92D050"/>
                </a:solidFill>
              </a:rPr>
              <a:t>stores</a:t>
            </a:r>
          </a:p>
          <a:p>
            <a:pPr algn="ctr"/>
            <a:r>
              <a:rPr lang="en-US" sz="2800" b="1" dirty="0">
                <a:solidFill>
                  <a:schemeClr val="accent6"/>
                </a:solidFill>
              </a:rPr>
              <a:t>join</a:t>
            </a:r>
            <a:r>
              <a:rPr lang="en-US" sz="2800" b="1" dirty="0">
                <a:solidFill>
                  <a:srgbClr val="92D050"/>
                </a:solidFill>
              </a:rPr>
              <a:t> orders </a:t>
            </a:r>
            <a:r>
              <a:rPr lang="en-US" sz="2800" b="1" dirty="0">
                <a:solidFill>
                  <a:schemeClr val="accent6"/>
                </a:solidFill>
              </a:rPr>
              <a:t>using</a:t>
            </a:r>
            <a:r>
              <a:rPr lang="en-US" sz="2800" b="1" dirty="0">
                <a:solidFill>
                  <a:srgbClr val="92D050"/>
                </a:solidFill>
              </a:rPr>
              <a:t>(</a:t>
            </a:r>
            <a:r>
              <a:rPr lang="en-US" sz="2800" b="1" dirty="0" err="1">
                <a:solidFill>
                  <a:srgbClr val="92D050"/>
                </a:solidFill>
              </a:rPr>
              <a:t>store_Id</a:t>
            </a:r>
            <a:r>
              <a:rPr lang="en-US" sz="2800" b="1" dirty="0">
                <a:solidFill>
                  <a:srgbClr val="92D050"/>
                </a:solidFill>
              </a:rPr>
              <a:t>) </a:t>
            </a:r>
          </a:p>
          <a:p>
            <a:pPr algn="ctr"/>
            <a:r>
              <a:rPr lang="en-US" sz="2800" b="1" dirty="0">
                <a:solidFill>
                  <a:schemeClr val="accent6"/>
                </a:solidFill>
              </a:rPr>
              <a:t>join</a:t>
            </a:r>
            <a:r>
              <a:rPr lang="en-US" sz="2800" b="1" dirty="0">
                <a:solidFill>
                  <a:srgbClr val="92D050"/>
                </a:solidFill>
              </a:rPr>
              <a:t> </a:t>
            </a:r>
            <a:r>
              <a:rPr lang="en-US" sz="2800" b="1" dirty="0" err="1">
                <a:solidFill>
                  <a:srgbClr val="92D050"/>
                </a:solidFill>
              </a:rPr>
              <a:t>order_items</a:t>
            </a:r>
            <a:r>
              <a:rPr lang="en-US" sz="2800" b="1" dirty="0">
                <a:solidFill>
                  <a:srgbClr val="92D050"/>
                </a:solidFill>
              </a:rPr>
              <a:t> </a:t>
            </a:r>
            <a:r>
              <a:rPr lang="en-US" sz="2800" b="1" dirty="0">
                <a:solidFill>
                  <a:schemeClr val="accent6"/>
                </a:solidFill>
              </a:rPr>
              <a:t>using</a:t>
            </a:r>
            <a:r>
              <a:rPr lang="en-US" sz="2800" b="1" dirty="0">
                <a:solidFill>
                  <a:srgbClr val="92D050"/>
                </a:solidFill>
              </a:rPr>
              <a:t>(</a:t>
            </a:r>
            <a:r>
              <a:rPr lang="en-US" sz="2800" b="1" dirty="0" err="1">
                <a:solidFill>
                  <a:srgbClr val="92D050"/>
                </a:solidFill>
              </a:rPr>
              <a:t>Order_ID</a:t>
            </a:r>
            <a:r>
              <a:rPr lang="en-US" sz="2800" b="1" dirty="0">
                <a:solidFill>
                  <a:srgbClr val="92D050"/>
                </a:solidFill>
              </a:rPr>
              <a:t>)</a:t>
            </a:r>
          </a:p>
          <a:p>
            <a:pPr algn="ctr"/>
            <a:r>
              <a:rPr lang="en-US" sz="2800" b="1" dirty="0">
                <a:solidFill>
                  <a:schemeClr val="accent6"/>
                </a:solidFill>
              </a:rPr>
              <a:t>group by</a:t>
            </a:r>
            <a:r>
              <a:rPr lang="en-US" sz="2800" b="1" dirty="0">
                <a:solidFill>
                  <a:srgbClr val="92D050"/>
                </a:solidFill>
              </a:rPr>
              <a:t> </a:t>
            </a:r>
          </a:p>
          <a:p>
            <a:pPr algn="ctr"/>
            <a:r>
              <a:rPr lang="en-US" sz="2800" b="1" dirty="0" err="1">
                <a:solidFill>
                  <a:srgbClr val="92D050"/>
                </a:solidFill>
              </a:rPr>
              <a:t>stores.store_name</a:t>
            </a:r>
            <a:r>
              <a:rPr lang="en-US" sz="2800" b="1" dirty="0">
                <a:solidFill>
                  <a:srgbClr val="92D050"/>
                </a:solidFill>
              </a:rPr>
              <a:t>;</a:t>
            </a:r>
            <a:endParaRPr lang="en-AE" sz="28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17340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198022-287E-F631-804C-D6F1182C5DA4}"/>
              </a:ext>
            </a:extLst>
          </p:cNvPr>
          <p:cNvSpPr txBox="1"/>
          <p:nvPr/>
        </p:nvSpPr>
        <p:spPr>
          <a:xfrm>
            <a:off x="642650" y="428178"/>
            <a:ext cx="1090669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dirty="0"/>
              <a:t>2) </a:t>
            </a:r>
            <a:r>
              <a:rPr lang="en-US" dirty="0">
                <a:solidFill>
                  <a:srgbClr val="FF0000"/>
                </a:solidFill>
              </a:rPr>
              <a:t>Calculate the cumulative sum of quantities sold for each product over time.</a:t>
            </a:r>
          </a:p>
          <a:p>
            <a:r>
              <a:rPr lang="en-AE" sz="2400" b="0" dirty="0"/>
              <a:t>Query :                                                        </a:t>
            </a:r>
            <a:r>
              <a:rPr lang="en-IN" dirty="0">
                <a:solidFill>
                  <a:schemeClr val="accent6"/>
                </a:solidFill>
              </a:rPr>
              <a:t>with</a:t>
            </a:r>
            <a:r>
              <a:rPr lang="en-IN" dirty="0"/>
              <a:t> a </a:t>
            </a:r>
            <a:r>
              <a:rPr lang="en-IN" dirty="0">
                <a:solidFill>
                  <a:schemeClr val="accent6"/>
                </a:solidFill>
              </a:rPr>
              <a:t>as</a:t>
            </a:r>
            <a:r>
              <a:rPr lang="en-IN" dirty="0"/>
              <a:t> (</a:t>
            </a:r>
          </a:p>
          <a:p>
            <a:pPr algn="ctr"/>
            <a:r>
              <a:rPr lang="en-IN" dirty="0">
                <a:solidFill>
                  <a:schemeClr val="accent6"/>
                </a:solidFill>
              </a:rPr>
              <a:t>select</a:t>
            </a:r>
            <a:r>
              <a:rPr lang="en-IN" dirty="0"/>
              <a:t> </a:t>
            </a:r>
            <a:r>
              <a:rPr lang="en-IN" dirty="0" err="1"/>
              <a:t>products.product_id</a:t>
            </a:r>
            <a:r>
              <a:rPr lang="en-IN" dirty="0"/>
              <a:t>, </a:t>
            </a:r>
          </a:p>
          <a:p>
            <a:pPr algn="ctr"/>
            <a:r>
              <a:rPr lang="en-IN" dirty="0"/>
              <a:t>            </a:t>
            </a:r>
            <a:r>
              <a:rPr lang="en-IN" dirty="0" err="1"/>
              <a:t>products.product_name</a:t>
            </a:r>
            <a:r>
              <a:rPr lang="en-IN" dirty="0"/>
              <a:t>, </a:t>
            </a:r>
          </a:p>
          <a:p>
            <a:pPr algn="ctr"/>
            <a:r>
              <a:rPr lang="en-IN" dirty="0" err="1"/>
              <a:t>orders.order_date</a:t>
            </a:r>
            <a:r>
              <a:rPr lang="en-IN" dirty="0"/>
              <a:t>, </a:t>
            </a:r>
          </a:p>
          <a:p>
            <a:pPr algn="ctr"/>
            <a:r>
              <a:rPr lang="en-IN" dirty="0"/>
              <a:t>sum(</a:t>
            </a:r>
            <a:r>
              <a:rPr lang="en-IN" dirty="0" err="1"/>
              <a:t>order_items.quantity</a:t>
            </a:r>
            <a:r>
              <a:rPr lang="en-IN" dirty="0"/>
              <a:t>) quantity </a:t>
            </a:r>
          </a:p>
          <a:p>
            <a:pPr algn="ctr"/>
            <a:r>
              <a:rPr lang="en-IN" dirty="0">
                <a:solidFill>
                  <a:schemeClr val="accent6"/>
                </a:solidFill>
              </a:rPr>
              <a:t>from</a:t>
            </a:r>
            <a:r>
              <a:rPr lang="en-IN" dirty="0"/>
              <a:t> </a:t>
            </a:r>
          </a:p>
          <a:p>
            <a:pPr algn="ctr"/>
            <a:r>
              <a:rPr lang="en-IN" dirty="0"/>
              <a:t>        products </a:t>
            </a:r>
          </a:p>
          <a:p>
            <a:pPr algn="ctr"/>
            <a:r>
              <a:rPr lang="en-IN" dirty="0">
                <a:solidFill>
                  <a:schemeClr val="accent6"/>
                </a:solidFill>
              </a:rPr>
              <a:t>join</a:t>
            </a:r>
            <a:r>
              <a:rPr lang="en-IN" dirty="0"/>
              <a:t> </a:t>
            </a:r>
            <a:r>
              <a:rPr lang="en-IN" dirty="0" err="1"/>
              <a:t>order_items</a:t>
            </a:r>
            <a:r>
              <a:rPr lang="en-IN" dirty="0"/>
              <a:t> </a:t>
            </a:r>
            <a:r>
              <a:rPr lang="en-IN" dirty="0">
                <a:solidFill>
                  <a:schemeClr val="accent6"/>
                </a:solidFill>
              </a:rPr>
              <a:t>using</a:t>
            </a:r>
            <a:r>
              <a:rPr lang="en-IN" dirty="0"/>
              <a:t>(</a:t>
            </a:r>
            <a:r>
              <a:rPr lang="en-IN" dirty="0" err="1"/>
              <a:t>product_ID</a:t>
            </a:r>
            <a:r>
              <a:rPr lang="en-IN" dirty="0"/>
              <a:t>) </a:t>
            </a:r>
          </a:p>
          <a:p>
            <a:pPr algn="ctr"/>
            <a:r>
              <a:rPr lang="en-IN" dirty="0">
                <a:solidFill>
                  <a:schemeClr val="accent6"/>
                </a:solidFill>
              </a:rPr>
              <a:t>join</a:t>
            </a:r>
            <a:r>
              <a:rPr lang="en-IN" dirty="0"/>
              <a:t> orders </a:t>
            </a:r>
            <a:r>
              <a:rPr lang="en-IN" dirty="0">
                <a:solidFill>
                  <a:schemeClr val="accent6"/>
                </a:solidFill>
              </a:rPr>
              <a:t>using</a:t>
            </a:r>
            <a:r>
              <a:rPr lang="en-IN" dirty="0"/>
              <a:t>(</a:t>
            </a:r>
            <a:r>
              <a:rPr lang="en-IN" dirty="0" err="1"/>
              <a:t>order_ID</a:t>
            </a:r>
            <a:r>
              <a:rPr lang="en-IN" dirty="0"/>
              <a:t>)</a:t>
            </a:r>
          </a:p>
          <a:p>
            <a:pPr algn="ctr"/>
            <a:r>
              <a:rPr lang="en-IN" dirty="0"/>
              <a:t> </a:t>
            </a:r>
            <a:r>
              <a:rPr lang="en-IN" dirty="0">
                <a:solidFill>
                  <a:schemeClr val="accent6"/>
                </a:solidFill>
              </a:rPr>
              <a:t>group by </a:t>
            </a:r>
          </a:p>
          <a:p>
            <a:pPr algn="ctr"/>
            <a:r>
              <a:rPr lang="en-IN" dirty="0"/>
              <a:t>                </a:t>
            </a:r>
            <a:r>
              <a:rPr lang="en-IN" dirty="0" err="1"/>
              <a:t>products.product_id</a:t>
            </a:r>
            <a:r>
              <a:rPr lang="en-IN" dirty="0"/>
              <a:t>, </a:t>
            </a:r>
          </a:p>
          <a:p>
            <a:pPr algn="ctr"/>
            <a:r>
              <a:rPr lang="en-IN" dirty="0"/>
              <a:t>                </a:t>
            </a:r>
            <a:r>
              <a:rPr lang="en-IN" dirty="0" err="1"/>
              <a:t>products.product_name</a:t>
            </a:r>
            <a:r>
              <a:rPr lang="en-IN" dirty="0"/>
              <a:t>, </a:t>
            </a:r>
          </a:p>
          <a:p>
            <a:pPr algn="ctr"/>
            <a:r>
              <a:rPr lang="en-IN" dirty="0"/>
              <a:t>                </a:t>
            </a:r>
            <a:r>
              <a:rPr lang="en-IN" dirty="0" err="1"/>
              <a:t>orders.order_date</a:t>
            </a:r>
            <a:r>
              <a:rPr lang="en-IN" dirty="0"/>
              <a:t>)</a:t>
            </a:r>
          </a:p>
          <a:p>
            <a:pPr algn="ctr"/>
            <a:r>
              <a:rPr lang="en-IN" dirty="0">
                <a:solidFill>
                  <a:schemeClr val="accent6"/>
                </a:solidFill>
              </a:rPr>
              <a:t>select</a:t>
            </a:r>
            <a:r>
              <a:rPr lang="en-IN" dirty="0"/>
              <a:t> *, </a:t>
            </a:r>
          </a:p>
          <a:p>
            <a:pPr algn="ctr"/>
            <a:r>
              <a:rPr lang="en-IN" dirty="0"/>
              <a:t>       sum(quantity) </a:t>
            </a:r>
            <a:r>
              <a:rPr lang="en-IN" dirty="0">
                <a:solidFill>
                  <a:schemeClr val="accent6"/>
                </a:solidFill>
              </a:rPr>
              <a:t>over</a:t>
            </a:r>
            <a:r>
              <a:rPr lang="en-IN" dirty="0"/>
              <a:t>(</a:t>
            </a:r>
          </a:p>
          <a:p>
            <a:pPr algn="ctr"/>
            <a:r>
              <a:rPr lang="en-IN" dirty="0"/>
              <a:t>      </a:t>
            </a:r>
            <a:r>
              <a:rPr lang="en-IN" dirty="0">
                <a:solidFill>
                  <a:schemeClr val="accent6"/>
                </a:solidFill>
              </a:rPr>
              <a:t>partition by </a:t>
            </a:r>
            <a:r>
              <a:rPr lang="en-IN" dirty="0" err="1"/>
              <a:t>product_ID</a:t>
            </a:r>
            <a:r>
              <a:rPr lang="en-IN" dirty="0"/>
              <a:t> </a:t>
            </a:r>
          </a:p>
          <a:p>
            <a:pPr algn="ctr"/>
            <a:r>
              <a:rPr lang="en-IN" dirty="0"/>
              <a:t>      </a:t>
            </a:r>
            <a:r>
              <a:rPr lang="en-IN" dirty="0">
                <a:solidFill>
                  <a:schemeClr val="accent6"/>
                </a:solidFill>
              </a:rPr>
              <a:t>order by</a:t>
            </a:r>
            <a:r>
              <a:rPr lang="en-IN" dirty="0"/>
              <a:t> </a:t>
            </a:r>
            <a:r>
              <a:rPr lang="en-IN" dirty="0" err="1"/>
              <a:t>order_date</a:t>
            </a:r>
            <a:r>
              <a:rPr lang="en-IN" dirty="0"/>
              <a:t>) </a:t>
            </a:r>
          </a:p>
          <a:p>
            <a:pPr algn="ctr"/>
            <a:r>
              <a:rPr lang="en-IN" dirty="0"/>
              <a:t>      </a:t>
            </a:r>
            <a:r>
              <a:rPr lang="en-IN" dirty="0">
                <a:solidFill>
                  <a:schemeClr val="accent6"/>
                </a:solidFill>
              </a:rPr>
              <a:t>from</a:t>
            </a:r>
            <a:r>
              <a:rPr lang="en-IN" dirty="0"/>
              <a:t> a;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4348663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2DAEB8-0615-E9E5-C9C6-07FD6C221CDF}"/>
              </a:ext>
            </a:extLst>
          </p:cNvPr>
          <p:cNvSpPr txBox="1"/>
          <p:nvPr/>
        </p:nvSpPr>
        <p:spPr>
          <a:xfrm>
            <a:off x="1290568" y="285307"/>
            <a:ext cx="9610863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dirty="0"/>
              <a:t>3) </a:t>
            </a:r>
            <a:r>
              <a:rPr lang="en-US" dirty="0">
                <a:solidFill>
                  <a:srgbClr val="FF0000"/>
                </a:solidFill>
              </a:rPr>
              <a:t>Find the product with the highest total sales (quantity * price) for each category.</a:t>
            </a:r>
          </a:p>
          <a:p>
            <a:r>
              <a:rPr lang="en-US" sz="1800" b="0" dirty="0"/>
              <a:t>Query:</a:t>
            </a:r>
          </a:p>
          <a:p>
            <a:pPr algn="ctr"/>
            <a:r>
              <a:rPr lang="en-IN" b="0" dirty="0">
                <a:solidFill>
                  <a:schemeClr val="accent6"/>
                </a:solidFill>
              </a:rPr>
              <a:t>with</a:t>
            </a:r>
            <a:r>
              <a:rPr lang="en-IN" b="0" dirty="0"/>
              <a:t> A </a:t>
            </a:r>
            <a:r>
              <a:rPr lang="en-IN" b="0" dirty="0">
                <a:solidFill>
                  <a:schemeClr val="accent6"/>
                </a:solidFill>
              </a:rPr>
              <a:t>as</a:t>
            </a:r>
            <a:r>
              <a:rPr lang="en-IN" b="0" dirty="0"/>
              <a:t>(</a:t>
            </a:r>
          </a:p>
          <a:p>
            <a:pPr algn="ctr"/>
            <a:r>
              <a:rPr lang="en-IN" b="0" dirty="0">
                <a:solidFill>
                  <a:schemeClr val="accent6"/>
                </a:solidFill>
              </a:rPr>
              <a:t>select</a:t>
            </a:r>
            <a:r>
              <a:rPr lang="en-IN" b="0" dirty="0"/>
              <a:t> </a:t>
            </a:r>
            <a:r>
              <a:rPr lang="en-IN" b="0" dirty="0" err="1"/>
              <a:t>products.product_id</a:t>
            </a:r>
            <a:r>
              <a:rPr lang="en-IN" b="0" dirty="0"/>
              <a:t>, </a:t>
            </a:r>
          </a:p>
          <a:p>
            <a:pPr algn="ctr"/>
            <a:r>
              <a:rPr lang="en-IN" b="0" dirty="0"/>
              <a:t>           </a:t>
            </a:r>
            <a:r>
              <a:rPr lang="en-IN" b="0" dirty="0" err="1"/>
              <a:t>products.product_name</a:t>
            </a:r>
            <a:r>
              <a:rPr lang="en-IN" b="0" dirty="0"/>
              <a:t>,</a:t>
            </a:r>
          </a:p>
          <a:p>
            <a:pPr algn="ctr"/>
            <a:r>
              <a:rPr lang="en-IN" b="0" dirty="0"/>
              <a:t>           </a:t>
            </a:r>
            <a:r>
              <a:rPr lang="en-IN" b="0" dirty="0" err="1"/>
              <a:t>products.category_id</a:t>
            </a:r>
            <a:r>
              <a:rPr lang="en-IN" b="0" dirty="0"/>
              <a:t>,</a:t>
            </a:r>
          </a:p>
          <a:p>
            <a:pPr algn="ctr"/>
            <a:r>
              <a:rPr lang="en-IN" b="0" dirty="0"/>
              <a:t>sum(</a:t>
            </a:r>
            <a:r>
              <a:rPr lang="en-IN" b="0" dirty="0" err="1"/>
              <a:t>order_items.quantity</a:t>
            </a:r>
            <a:r>
              <a:rPr lang="en-IN" b="0" dirty="0"/>
              <a:t>*</a:t>
            </a:r>
            <a:r>
              <a:rPr lang="en-IN" b="0" dirty="0" err="1"/>
              <a:t>order_items.list_price</a:t>
            </a:r>
            <a:r>
              <a:rPr lang="en-IN" b="0" dirty="0"/>
              <a:t>) </a:t>
            </a:r>
            <a:r>
              <a:rPr lang="en-IN" b="0" dirty="0">
                <a:solidFill>
                  <a:schemeClr val="accent6"/>
                </a:solidFill>
              </a:rPr>
              <a:t>as</a:t>
            </a:r>
            <a:r>
              <a:rPr lang="en-IN" b="0" dirty="0"/>
              <a:t> </a:t>
            </a:r>
            <a:r>
              <a:rPr lang="en-IN" b="0" dirty="0" err="1"/>
              <a:t>total_sales</a:t>
            </a:r>
            <a:r>
              <a:rPr lang="en-IN" b="0" dirty="0"/>
              <a:t> </a:t>
            </a:r>
          </a:p>
          <a:p>
            <a:pPr algn="ctr"/>
            <a:r>
              <a:rPr lang="en-IN" b="0" dirty="0">
                <a:solidFill>
                  <a:schemeClr val="accent6"/>
                </a:solidFill>
              </a:rPr>
              <a:t>from</a:t>
            </a:r>
            <a:r>
              <a:rPr lang="en-IN" b="0" dirty="0"/>
              <a:t> </a:t>
            </a:r>
          </a:p>
          <a:p>
            <a:pPr algn="ctr"/>
            <a:r>
              <a:rPr lang="en-IN" b="0" dirty="0"/>
              <a:t>       products </a:t>
            </a:r>
          </a:p>
          <a:p>
            <a:pPr algn="ctr"/>
            <a:r>
              <a:rPr lang="en-IN" b="0" dirty="0">
                <a:solidFill>
                  <a:schemeClr val="accent6"/>
                </a:solidFill>
              </a:rPr>
              <a:t>join</a:t>
            </a:r>
            <a:r>
              <a:rPr lang="en-IN" b="0" dirty="0"/>
              <a:t> </a:t>
            </a:r>
            <a:r>
              <a:rPr lang="en-IN" b="0" dirty="0" err="1"/>
              <a:t>order_items</a:t>
            </a:r>
            <a:r>
              <a:rPr lang="en-IN" b="0" dirty="0"/>
              <a:t> </a:t>
            </a:r>
            <a:r>
              <a:rPr lang="en-IN" b="0" dirty="0">
                <a:solidFill>
                  <a:schemeClr val="accent6"/>
                </a:solidFill>
              </a:rPr>
              <a:t>using</a:t>
            </a:r>
            <a:r>
              <a:rPr lang="en-IN" b="0" dirty="0"/>
              <a:t>(</a:t>
            </a:r>
            <a:r>
              <a:rPr lang="en-IN" b="0" dirty="0" err="1"/>
              <a:t>product_ID</a:t>
            </a:r>
            <a:r>
              <a:rPr lang="en-IN" b="0" dirty="0"/>
              <a:t>)</a:t>
            </a:r>
          </a:p>
          <a:p>
            <a:pPr algn="ctr"/>
            <a:r>
              <a:rPr lang="en-IN" b="0" dirty="0">
                <a:solidFill>
                  <a:schemeClr val="accent6"/>
                </a:solidFill>
              </a:rPr>
              <a:t>group by</a:t>
            </a:r>
          </a:p>
          <a:p>
            <a:pPr algn="ctr"/>
            <a:r>
              <a:rPr lang="en-IN" b="0" dirty="0"/>
              <a:t>            </a:t>
            </a:r>
            <a:r>
              <a:rPr lang="en-IN" b="0" dirty="0" err="1"/>
              <a:t>products.product_id</a:t>
            </a:r>
            <a:r>
              <a:rPr lang="en-IN" b="0" dirty="0"/>
              <a:t>, </a:t>
            </a:r>
          </a:p>
          <a:p>
            <a:pPr algn="ctr"/>
            <a:r>
              <a:rPr lang="en-IN" b="0" dirty="0"/>
              <a:t>            </a:t>
            </a:r>
            <a:r>
              <a:rPr lang="en-IN" b="0" dirty="0" err="1"/>
              <a:t>products.product_name</a:t>
            </a:r>
            <a:r>
              <a:rPr lang="en-IN" b="0" dirty="0"/>
              <a:t>,</a:t>
            </a:r>
          </a:p>
          <a:p>
            <a:pPr algn="ctr"/>
            <a:r>
              <a:rPr lang="en-IN" b="0" dirty="0"/>
              <a:t>            </a:t>
            </a:r>
            <a:r>
              <a:rPr lang="en-IN" b="0" dirty="0" err="1"/>
              <a:t>products.category_id</a:t>
            </a:r>
            <a:r>
              <a:rPr lang="en-IN" b="0" dirty="0"/>
              <a:t>)</a:t>
            </a:r>
          </a:p>
          <a:p>
            <a:pPr algn="ctr"/>
            <a:r>
              <a:rPr lang="en-IN" b="0" dirty="0">
                <a:solidFill>
                  <a:schemeClr val="accent6"/>
                </a:solidFill>
              </a:rPr>
              <a:t>select</a:t>
            </a:r>
            <a:r>
              <a:rPr lang="en-IN" b="0" dirty="0"/>
              <a:t> * </a:t>
            </a:r>
          </a:p>
          <a:p>
            <a:pPr algn="ctr"/>
            <a:r>
              <a:rPr lang="en-IN" b="0" dirty="0">
                <a:solidFill>
                  <a:schemeClr val="accent6"/>
                </a:solidFill>
              </a:rPr>
              <a:t>from</a:t>
            </a:r>
            <a:r>
              <a:rPr lang="en-IN" b="0" dirty="0"/>
              <a:t>(</a:t>
            </a:r>
            <a:r>
              <a:rPr lang="en-IN" b="0" dirty="0">
                <a:solidFill>
                  <a:schemeClr val="accent6"/>
                </a:solidFill>
              </a:rPr>
              <a:t>select</a:t>
            </a:r>
            <a:r>
              <a:rPr lang="en-IN" b="0" dirty="0"/>
              <a:t> *, </a:t>
            </a:r>
            <a:r>
              <a:rPr lang="en-IN" b="0" dirty="0">
                <a:solidFill>
                  <a:schemeClr val="accent6"/>
                </a:solidFill>
              </a:rPr>
              <a:t>rank</a:t>
            </a:r>
            <a:r>
              <a:rPr lang="en-IN" b="0" dirty="0"/>
              <a:t>() </a:t>
            </a:r>
            <a:r>
              <a:rPr lang="en-IN" b="0" dirty="0">
                <a:solidFill>
                  <a:schemeClr val="accent6"/>
                </a:solidFill>
              </a:rPr>
              <a:t>over</a:t>
            </a:r>
            <a:r>
              <a:rPr lang="en-IN" b="0" dirty="0"/>
              <a:t> (</a:t>
            </a:r>
          </a:p>
          <a:p>
            <a:pPr algn="ctr"/>
            <a:r>
              <a:rPr lang="en-IN" b="0" dirty="0"/>
              <a:t>                                                </a:t>
            </a:r>
            <a:r>
              <a:rPr lang="en-IN" b="0" dirty="0">
                <a:solidFill>
                  <a:schemeClr val="accent6"/>
                </a:solidFill>
              </a:rPr>
              <a:t>partition by </a:t>
            </a:r>
            <a:r>
              <a:rPr lang="en-IN" b="0" dirty="0" err="1"/>
              <a:t>category_id</a:t>
            </a:r>
            <a:r>
              <a:rPr lang="en-IN" b="0" dirty="0"/>
              <a:t> </a:t>
            </a:r>
          </a:p>
          <a:p>
            <a:pPr algn="ctr"/>
            <a:r>
              <a:rPr lang="en-IN" b="0" dirty="0"/>
              <a:t>                               </a:t>
            </a:r>
            <a:r>
              <a:rPr lang="en-IN" b="0" dirty="0">
                <a:solidFill>
                  <a:schemeClr val="accent6"/>
                </a:solidFill>
              </a:rPr>
              <a:t>order by </a:t>
            </a:r>
            <a:r>
              <a:rPr lang="en-IN" b="0" dirty="0" err="1"/>
              <a:t>total_sales</a:t>
            </a:r>
            <a:r>
              <a:rPr lang="en-IN" b="0" dirty="0"/>
              <a:t> </a:t>
            </a:r>
            <a:r>
              <a:rPr lang="en-IN" b="0" dirty="0" err="1">
                <a:solidFill>
                  <a:schemeClr val="accent6"/>
                </a:solidFill>
              </a:rPr>
              <a:t>desc</a:t>
            </a:r>
            <a:r>
              <a:rPr lang="en-IN" b="0" dirty="0"/>
              <a:t>) as </a:t>
            </a:r>
            <a:r>
              <a:rPr lang="en-IN" b="0" dirty="0" err="1"/>
              <a:t>rnk</a:t>
            </a:r>
            <a:endParaRPr lang="en-IN" b="0" dirty="0"/>
          </a:p>
          <a:p>
            <a:pPr algn="ctr"/>
            <a:r>
              <a:rPr lang="en-IN" b="0" dirty="0"/>
              <a:t>                                                </a:t>
            </a:r>
            <a:r>
              <a:rPr lang="en-IN" b="0" dirty="0">
                <a:solidFill>
                  <a:schemeClr val="accent6"/>
                </a:solidFill>
              </a:rPr>
              <a:t>from</a:t>
            </a:r>
            <a:r>
              <a:rPr lang="en-IN" b="0" dirty="0"/>
              <a:t> A) B </a:t>
            </a:r>
          </a:p>
          <a:p>
            <a:pPr algn="ctr"/>
            <a:r>
              <a:rPr lang="en-IN" b="0" dirty="0">
                <a:solidFill>
                  <a:schemeClr val="accent6"/>
                </a:solidFill>
              </a:rPr>
              <a:t>                                                              where </a:t>
            </a:r>
            <a:r>
              <a:rPr lang="en-IN" b="0" dirty="0" err="1"/>
              <a:t>rnk</a:t>
            </a:r>
            <a:r>
              <a:rPr lang="en-IN" b="0" dirty="0"/>
              <a:t> = 1;</a:t>
            </a:r>
            <a:endParaRPr lang="en-AE" b="0" dirty="0"/>
          </a:p>
        </p:txBody>
      </p:sp>
    </p:spTree>
    <p:extLst>
      <p:ext uri="{BB962C8B-B14F-4D97-AF65-F5344CB8AC3E}">
        <p14:creationId xmlns:p14="http://schemas.microsoft.com/office/powerpoint/2010/main" val="2482465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C7CC6B-BF7D-3981-A41F-417C61271786}"/>
              </a:ext>
            </a:extLst>
          </p:cNvPr>
          <p:cNvSpPr txBox="1"/>
          <p:nvPr/>
        </p:nvSpPr>
        <p:spPr>
          <a:xfrm>
            <a:off x="1209952" y="428178"/>
            <a:ext cx="977209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dirty="0"/>
              <a:t>4) </a:t>
            </a:r>
            <a:r>
              <a:rPr lang="en-US" dirty="0">
                <a:solidFill>
                  <a:srgbClr val="FF0000"/>
                </a:solidFill>
              </a:rPr>
              <a:t>Find the customer who spent the most money on orders.</a:t>
            </a:r>
          </a:p>
          <a:p>
            <a:r>
              <a:rPr lang="en-AE" sz="1800" b="0" dirty="0"/>
              <a:t>Query :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with</a:t>
            </a:r>
            <a:r>
              <a:rPr lang="en-US" b="0" dirty="0"/>
              <a:t> a </a:t>
            </a:r>
            <a:r>
              <a:rPr lang="en-US" b="0" dirty="0">
                <a:solidFill>
                  <a:schemeClr val="accent6"/>
                </a:solidFill>
              </a:rPr>
              <a:t>as</a:t>
            </a:r>
            <a:r>
              <a:rPr lang="en-US" b="0" dirty="0"/>
              <a:t>(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select</a:t>
            </a:r>
            <a:r>
              <a:rPr lang="en-US" b="0" dirty="0"/>
              <a:t> </a:t>
            </a:r>
            <a:r>
              <a:rPr lang="en-US" b="0" dirty="0" err="1"/>
              <a:t>customers.customer_id</a:t>
            </a:r>
            <a:r>
              <a:rPr lang="en-US" b="0" dirty="0"/>
              <a:t>, </a:t>
            </a:r>
          </a:p>
          <a:p>
            <a:pPr algn="ctr"/>
            <a:r>
              <a:rPr lang="en-US" b="0" dirty="0"/>
              <a:t>            </a:t>
            </a:r>
            <a:r>
              <a:rPr lang="en-US" b="0" dirty="0" err="1"/>
              <a:t>concat</a:t>
            </a:r>
            <a:r>
              <a:rPr lang="en-US" b="0" dirty="0"/>
              <a:t>(</a:t>
            </a:r>
            <a:r>
              <a:rPr lang="en-US" b="0" dirty="0" err="1"/>
              <a:t>customers.first_name</a:t>
            </a:r>
            <a:r>
              <a:rPr lang="en-US" b="0" dirty="0"/>
              <a:t>, " ", </a:t>
            </a:r>
            <a:r>
              <a:rPr lang="en-US" b="0" dirty="0" err="1"/>
              <a:t>customers.last_name</a:t>
            </a:r>
            <a:r>
              <a:rPr lang="en-US" b="0" dirty="0"/>
              <a:t>) </a:t>
            </a:r>
            <a:r>
              <a:rPr lang="en-US" b="0" dirty="0">
                <a:solidFill>
                  <a:schemeClr val="accent6"/>
                </a:solidFill>
              </a:rPr>
              <a:t>as</a:t>
            </a:r>
            <a:r>
              <a:rPr lang="en-US" b="0" dirty="0"/>
              <a:t> </a:t>
            </a:r>
            <a:r>
              <a:rPr lang="en-US" b="0" dirty="0" err="1"/>
              <a:t>full_name</a:t>
            </a:r>
            <a:r>
              <a:rPr lang="en-US" b="0" dirty="0"/>
              <a:t>,</a:t>
            </a:r>
          </a:p>
          <a:p>
            <a:pPr algn="ctr"/>
            <a:r>
              <a:rPr lang="en-US" b="0" dirty="0"/>
              <a:t>sum(</a:t>
            </a:r>
            <a:r>
              <a:rPr lang="en-US" b="0" dirty="0" err="1"/>
              <a:t>order_items.quantity</a:t>
            </a:r>
            <a:r>
              <a:rPr lang="en-US" b="0" dirty="0"/>
              <a:t> * </a:t>
            </a:r>
            <a:r>
              <a:rPr lang="en-US" b="0" dirty="0" err="1"/>
              <a:t>order_items.list_price</a:t>
            </a:r>
            <a:r>
              <a:rPr lang="en-US" b="0" dirty="0"/>
              <a:t>) </a:t>
            </a:r>
            <a:r>
              <a:rPr lang="en-US" b="0" dirty="0">
                <a:solidFill>
                  <a:schemeClr val="accent6"/>
                </a:solidFill>
              </a:rPr>
              <a:t>as</a:t>
            </a:r>
            <a:r>
              <a:rPr lang="en-US" b="0" dirty="0"/>
              <a:t> sales 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from</a:t>
            </a:r>
            <a:r>
              <a:rPr lang="en-US" b="0" dirty="0"/>
              <a:t> </a:t>
            </a:r>
          </a:p>
          <a:p>
            <a:pPr algn="ctr"/>
            <a:r>
              <a:rPr lang="en-US" b="0" dirty="0"/>
              <a:t>           customers 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join</a:t>
            </a:r>
            <a:r>
              <a:rPr lang="en-US" b="0" dirty="0"/>
              <a:t> orders </a:t>
            </a:r>
            <a:r>
              <a:rPr lang="en-US" b="0" dirty="0">
                <a:solidFill>
                  <a:schemeClr val="accent6"/>
                </a:solidFill>
              </a:rPr>
              <a:t>using</a:t>
            </a:r>
            <a:r>
              <a:rPr lang="en-US" b="0" dirty="0"/>
              <a:t>(</a:t>
            </a:r>
            <a:r>
              <a:rPr lang="en-US" b="0" dirty="0" err="1"/>
              <a:t>customer_ID</a:t>
            </a:r>
            <a:r>
              <a:rPr lang="en-US" b="0" dirty="0"/>
              <a:t>) 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join</a:t>
            </a:r>
            <a:r>
              <a:rPr lang="en-US" b="0" dirty="0"/>
              <a:t> </a:t>
            </a:r>
            <a:r>
              <a:rPr lang="en-US" b="0" dirty="0" err="1"/>
              <a:t>order_items</a:t>
            </a:r>
            <a:r>
              <a:rPr lang="en-US" b="0" dirty="0"/>
              <a:t> </a:t>
            </a:r>
            <a:r>
              <a:rPr lang="en-US" b="0" dirty="0">
                <a:solidFill>
                  <a:schemeClr val="accent6"/>
                </a:solidFill>
              </a:rPr>
              <a:t>using</a:t>
            </a:r>
            <a:r>
              <a:rPr lang="en-US" b="0" dirty="0"/>
              <a:t>(</a:t>
            </a:r>
            <a:r>
              <a:rPr lang="en-US" b="0" dirty="0" err="1"/>
              <a:t>order_ID</a:t>
            </a:r>
            <a:r>
              <a:rPr lang="en-US" b="0" dirty="0"/>
              <a:t>)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group by </a:t>
            </a:r>
          </a:p>
          <a:p>
            <a:pPr algn="ctr"/>
            <a:r>
              <a:rPr lang="en-US" b="0" dirty="0"/>
              <a:t>              </a:t>
            </a:r>
            <a:r>
              <a:rPr lang="en-US" b="0" dirty="0" err="1"/>
              <a:t>customers.customer_id</a:t>
            </a:r>
            <a:r>
              <a:rPr lang="en-US" b="0" dirty="0"/>
              <a:t>, </a:t>
            </a:r>
          </a:p>
          <a:p>
            <a:pPr algn="ctr"/>
            <a:r>
              <a:rPr lang="en-US" b="0" dirty="0"/>
              <a:t>              </a:t>
            </a:r>
            <a:r>
              <a:rPr lang="en-US" b="0" dirty="0" err="1"/>
              <a:t>full_name</a:t>
            </a:r>
            <a:r>
              <a:rPr lang="en-US" b="0" dirty="0"/>
              <a:t>)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select </a:t>
            </a:r>
            <a:r>
              <a:rPr lang="en-US" b="0" dirty="0" err="1"/>
              <a:t>customer_ID</a:t>
            </a:r>
            <a:r>
              <a:rPr lang="en-US" b="0" dirty="0"/>
              <a:t>, </a:t>
            </a:r>
          </a:p>
          <a:p>
            <a:pPr algn="ctr"/>
            <a:r>
              <a:rPr lang="en-US" b="0" dirty="0"/>
              <a:t>            </a:t>
            </a:r>
            <a:r>
              <a:rPr lang="en-US" b="0" dirty="0" err="1"/>
              <a:t>full_name</a:t>
            </a:r>
            <a:r>
              <a:rPr lang="en-US" b="0" dirty="0"/>
              <a:t> 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from</a:t>
            </a:r>
            <a:r>
              <a:rPr lang="en-US" b="0" dirty="0"/>
              <a:t> a</a:t>
            </a:r>
          </a:p>
          <a:p>
            <a:pPr algn="ctr"/>
            <a:r>
              <a:rPr lang="en-US" b="0" dirty="0"/>
              <a:t>          </a:t>
            </a:r>
            <a:r>
              <a:rPr lang="en-US" b="0" dirty="0">
                <a:solidFill>
                  <a:schemeClr val="accent6"/>
                </a:solidFill>
              </a:rPr>
              <a:t>where</a:t>
            </a:r>
            <a:r>
              <a:rPr lang="en-US" b="0" dirty="0"/>
              <a:t> sales = (</a:t>
            </a:r>
          </a:p>
          <a:p>
            <a:pPr algn="ctr"/>
            <a:r>
              <a:rPr lang="en-US" b="0" dirty="0"/>
              <a:t>     </a:t>
            </a:r>
            <a:r>
              <a:rPr lang="en-US" b="0" dirty="0">
                <a:solidFill>
                  <a:schemeClr val="accent6"/>
                </a:solidFill>
              </a:rPr>
              <a:t>select</a:t>
            </a:r>
            <a:r>
              <a:rPr lang="en-US" b="0" dirty="0"/>
              <a:t> max(sales) 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from</a:t>
            </a:r>
            <a:r>
              <a:rPr lang="en-US" b="0" dirty="0"/>
              <a:t> a);</a:t>
            </a:r>
            <a:endParaRPr lang="en-AE" b="0" dirty="0"/>
          </a:p>
        </p:txBody>
      </p:sp>
    </p:spTree>
    <p:extLst>
      <p:ext uri="{BB962C8B-B14F-4D97-AF65-F5344CB8AC3E}">
        <p14:creationId xmlns:p14="http://schemas.microsoft.com/office/powerpoint/2010/main" val="7250883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B368588-7D25-15B0-024A-65C128292B18}"/>
              </a:ext>
            </a:extLst>
          </p:cNvPr>
          <p:cNvSpPr txBox="1"/>
          <p:nvPr/>
        </p:nvSpPr>
        <p:spPr>
          <a:xfrm>
            <a:off x="1127393" y="843677"/>
            <a:ext cx="99372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dirty="0"/>
              <a:t>5) </a:t>
            </a:r>
            <a:r>
              <a:rPr lang="en-US" dirty="0">
                <a:solidFill>
                  <a:srgbClr val="FF0000"/>
                </a:solidFill>
              </a:rPr>
              <a:t>Find the highest-priced product for each category name.</a:t>
            </a:r>
            <a:endParaRPr lang="en-US" dirty="0"/>
          </a:p>
          <a:p>
            <a:r>
              <a:rPr lang="en-AE" sz="1800" b="0" dirty="0"/>
              <a:t>Query :</a:t>
            </a:r>
          </a:p>
          <a:p>
            <a:endParaRPr lang="en-AE" sz="1500" b="0" dirty="0"/>
          </a:p>
          <a:p>
            <a:pPr algn="ctr"/>
            <a:r>
              <a:rPr lang="en-IN" sz="3200" dirty="0">
                <a:solidFill>
                  <a:schemeClr val="accent6"/>
                </a:solidFill>
              </a:rPr>
              <a:t>select</a:t>
            </a:r>
            <a:r>
              <a:rPr lang="en-IN" sz="3200" dirty="0"/>
              <a:t> </a:t>
            </a:r>
            <a:r>
              <a:rPr lang="en-IN" sz="3200" dirty="0" err="1"/>
              <a:t>categories.category_name</a:t>
            </a:r>
            <a:r>
              <a:rPr lang="en-IN" sz="3200" dirty="0"/>
              <a:t>, </a:t>
            </a:r>
          </a:p>
          <a:p>
            <a:pPr algn="ctr"/>
            <a:r>
              <a:rPr lang="en-IN" sz="3200" dirty="0"/>
              <a:t>max(</a:t>
            </a:r>
            <a:r>
              <a:rPr lang="en-IN" sz="3200" dirty="0" err="1"/>
              <a:t>products.list_price</a:t>
            </a:r>
            <a:r>
              <a:rPr lang="en-IN" sz="3200" dirty="0"/>
              <a:t>) </a:t>
            </a:r>
            <a:r>
              <a:rPr lang="en-IN" sz="3200" dirty="0">
                <a:solidFill>
                  <a:schemeClr val="accent6"/>
                </a:solidFill>
              </a:rPr>
              <a:t>as</a:t>
            </a:r>
            <a:r>
              <a:rPr lang="en-IN" sz="3200" dirty="0"/>
              <a:t> </a:t>
            </a:r>
            <a:r>
              <a:rPr lang="en-IN" sz="3200" dirty="0" err="1"/>
              <a:t>max_price</a:t>
            </a:r>
            <a:r>
              <a:rPr lang="en-IN" sz="3200" dirty="0"/>
              <a:t> </a:t>
            </a:r>
          </a:p>
          <a:p>
            <a:pPr algn="ctr"/>
            <a:r>
              <a:rPr lang="en-IN" sz="3200" dirty="0">
                <a:solidFill>
                  <a:schemeClr val="accent6"/>
                </a:solidFill>
              </a:rPr>
              <a:t>from </a:t>
            </a:r>
          </a:p>
          <a:p>
            <a:pPr algn="ctr"/>
            <a:r>
              <a:rPr lang="en-IN" sz="3200" dirty="0"/>
              <a:t>products </a:t>
            </a:r>
          </a:p>
          <a:p>
            <a:pPr algn="ctr"/>
            <a:r>
              <a:rPr lang="en-IN" sz="3200" dirty="0">
                <a:solidFill>
                  <a:schemeClr val="accent6"/>
                </a:solidFill>
              </a:rPr>
              <a:t>join</a:t>
            </a:r>
            <a:r>
              <a:rPr lang="en-IN" sz="3200" dirty="0"/>
              <a:t> categories </a:t>
            </a:r>
            <a:r>
              <a:rPr lang="en-IN" sz="3200" dirty="0">
                <a:solidFill>
                  <a:schemeClr val="accent6"/>
                </a:solidFill>
              </a:rPr>
              <a:t>using</a:t>
            </a:r>
            <a:r>
              <a:rPr lang="en-IN" sz="3200" dirty="0"/>
              <a:t>(</a:t>
            </a:r>
            <a:r>
              <a:rPr lang="en-IN" sz="3200" dirty="0" err="1"/>
              <a:t>category_id</a:t>
            </a:r>
            <a:r>
              <a:rPr lang="en-IN" sz="3200" dirty="0"/>
              <a:t>)</a:t>
            </a:r>
          </a:p>
          <a:p>
            <a:pPr algn="ctr"/>
            <a:r>
              <a:rPr lang="en-IN" sz="3200" dirty="0">
                <a:solidFill>
                  <a:schemeClr val="accent6"/>
                </a:solidFill>
              </a:rPr>
              <a:t>group by </a:t>
            </a:r>
          </a:p>
          <a:p>
            <a:pPr algn="ctr"/>
            <a:r>
              <a:rPr lang="en-IN" sz="3200" dirty="0" err="1"/>
              <a:t>categories.category_name</a:t>
            </a:r>
            <a:r>
              <a:rPr lang="en-IN" sz="3200" dirty="0"/>
              <a:t> </a:t>
            </a:r>
          </a:p>
          <a:p>
            <a:pPr algn="ctr"/>
            <a:r>
              <a:rPr lang="en-IN" sz="3200" dirty="0">
                <a:solidFill>
                  <a:schemeClr val="accent6"/>
                </a:solidFill>
              </a:rPr>
              <a:t>order by </a:t>
            </a:r>
            <a:r>
              <a:rPr lang="en-IN" sz="3200" dirty="0" err="1"/>
              <a:t>max_price</a:t>
            </a:r>
            <a:r>
              <a:rPr lang="en-IN" sz="3200" dirty="0"/>
              <a:t> </a:t>
            </a:r>
            <a:r>
              <a:rPr lang="en-IN" sz="3200" dirty="0" err="1">
                <a:solidFill>
                  <a:schemeClr val="accent6"/>
                </a:solidFill>
              </a:rPr>
              <a:t>desc</a:t>
            </a:r>
            <a:r>
              <a:rPr lang="en-IN" sz="3200" dirty="0"/>
              <a:t>;</a:t>
            </a:r>
            <a:endParaRPr lang="en-AE" sz="3200" dirty="0"/>
          </a:p>
          <a:p>
            <a:endParaRPr lang="en-AE" sz="1500" b="0" dirty="0"/>
          </a:p>
        </p:txBody>
      </p:sp>
    </p:spTree>
    <p:extLst>
      <p:ext uri="{BB962C8B-B14F-4D97-AF65-F5344CB8AC3E}">
        <p14:creationId xmlns:p14="http://schemas.microsoft.com/office/powerpoint/2010/main" val="18658411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23D0A89-7450-BE7F-4B40-942C973C062D}"/>
              </a:ext>
            </a:extLst>
          </p:cNvPr>
          <p:cNvSpPr txBox="1"/>
          <p:nvPr/>
        </p:nvSpPr>
        <p:spPr>
          <a:xfrm>
            <a:off x="2143017" y="528206"/>
            <a:ext cx="7905965" cy="580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dirty="0"/>
              <a:t>6) </a:t>
            </a:r>
            <a:r>
              <a:rPr lang="en-US" dirty="0">
                <a:solidFill>
                  <a:srgbClr val="FF0000"/>
                </a:solidFill>
              </a:rPr>
              <a:t>Find the total number of orders placed by each customer per store.</a:t>
            </a:r>
          </a:p>
          <a:p>
            <a:r>
              <a:rPr lang="en-AE" sz="1800" b="0" dirty="0"/>
              <a:t>Query :</a:t>
            </a:r>
          </a:p>
          <a:p>
            <a:endParaRPr lang="en-AE" sz="1500" b="0" dirty="0"/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select</a:t>
            </a:r>
            <a:r>
              <a:rPr lang="en-IN" sz="2400" dirty="0"/>
              <a:t> </a:t>
            </a:r>
            <a:r>
              <a:rPr lang="en-IN" sz="2400" dirty="0" err="1"/>
              <a:t>customers.customer_id</a:t>
            </a:r>
            <a:r>
              <a:rPr lang="en-IN" sz="2400" dirty="0"/>
              <a:t>,</a:t>
            </a:r>
          </a:p>
          <a:p>
            <a:pPr algn="ctr"/>
            <a:r>
              <a:rPr lang="en-IN" sz="2400" dirty="0" err="1"/>
              <a:t>concat</a:t>
            </a:r>
            <a:r>
              <a:rPr lang="en-IN" sz="2400" dirty="0"/>
              <a:t>(</a:t>
            </a:r>
            <a:r>
              <a:rPr lang="en-IN" sz="2400" dirty="0" err="1"/>
              <a:t>customers.first_name</a:t>
            </a:r>
            <a:r>
              <a:rPr lang="en-IN" sz="2400" dirty="0"/>
              <a:t>, " ", </a:t>
            </a:r>
            <a:r>
              <a:rPr lang="en-IN" sz="2400" dirty="0" err="1"/>
              <a:t>customers.last_name</a:t>
            </a:r>
            <a:r>
              <a:rPr lang="en-IN" sz="2400" dirty="0"/>
              <a:t>) </a:t>
            </a:r>
            <a:r>
              <a:rPr lang="en-IN" sz="2400" dirty="0">
                <a:solidFill>
                  <a:schemeClr val="accent6"/>
                </a:solidFill>
              </a:rPr>
              <a:t>as</a:t>
            </a:r>
            <a:r>
              <a:rPr lang="en-IN" sz="2400" dirty="0"/>
              <a:t> </a:t>
            </a:r>
            <a:r>
              <a:rPr lang="en-IN" sz="2400" dirty="0" err="1"/>
              <a:t>full_name</a:t>
            </a:r>
            <a:r>
              <a:rPr lang="en-IN" sz="2400" dirty="0"/>
              <a:t>,</a:t>
            </a:r>
          </a:p>
          <a:p>
            <a:pPr algn="ctr"/>
            <a:r>
              <a:rPr lang="en-IN" sz="2400" dirty="0" err="1"/>
              <a:t>stores.store_name</a:t>
            </a:r>
            <a:r>
              <a:rPr lang="en-IN" sz="2400" dirty="0"/>
              <a:t>, </a:t>
            </a:r>
          </a:p>
          <a:p>
            <a:pPr algn="ctr"/>
            <a:r>
              <a:rPr lang="en-IN" sz="2400" dirty="0"/>
              <a:t>count(</a:t>
            </a:r>
            <a:r>
              <a:rPr lang="en-IN" sz="2400" dirty="0" err="1"/>
              <a:t>orders.order_id</a:t>
            </a:r>
            <a:r>
              <a:rPr lang="en-IN" sz="2400" dirty="0"/>
              <a:t>) as </a:t>
            </a:r>
            <a:r>
              <a:rPr lang="en-IN" sz="2400" dirty="0" err="1"/>
              <a:t>total_orders</a:t>
            </a:r>
            <a:r>
              <a:rPr lang="en-IN" sz="2400" dirty="0"/>
              <a:t> </a:t>
            </a:r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from</a:t>
            </a:r>
            <a:r>
              <a:rPr lang="en-IN" sz="2400" dirty="0"/>
              <a:t> </a:t>
            </a:r>
          </a:p>
          <a:p>
            <a:pPr algn="ctr"/>
            <a:r>
              <a:rPr lang="en-IN" sz="2400" dirty="0"/>
              <a:t>customers </a:t>
            </a:r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left join </a:t>
            </a:r>
            <a:r>
              <a:rPr lang="en-IN" sz="2400" dirty="0"/>
              <a:t>orders </a:t>
            </a:r>
            <a:r>
              <a:rPr lang="en-IN" sz="2400" dirty="0">
                <a:solidFill>
                  <a:schemeClr val="accent6"/>
                </a:solidFill>
              </a:rPr>
              <a:t>using</a:t>
            </a:r>
            <a:r>
              <a:rPr lang="en-IN" sz="2400" dirty="0"/>
              <a:t>(</a:t>
            </a:r>
            <a:r>
              <a:rPr lang="en-IN" sz="2400" dirty="0" err="1"/>
              <a:t>customer_ID</a:t>
            </a:r>
            <a:r>
              <a:rPr lang="en-IN" sz="2400" dirty="0"/>
              <a:t>) </a:t>
            </a:r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left join</a:t>
            </a:r>
            <a:r>
              <a:rPr lang="en-IN" sz="2400" dirty="0"/>
              <a:t> stores </a:t>
            </a:r>
            <a:r>
              <a:rPr lang="en-IN" sz="2400" dirty="0">
                <a:solidFill>
                  <a:schemeClr val="accent6"/>
                </a:solidFill>
              </a:rPr>
              <a:t>using</a:t>
            </a:r>
            <a:r>
              <a:rPr lang="en-IN" sz="2400" dirty="0"/>
              <a:t>(</a:t>
            </a:r>
            <a:r>
              <a:rPr lang="en-IN" sz="2400" dirty="0" err="1"/>
              <a:t>store_ID</a:t>
            </a:r>
            <a:r>
              <a:rPr lang="en-IN" sz="2400" dirty="0"/>
              <a:t>)</a:t>
            </a:r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group by </a:t>
            </a:r>
          </a:p>
          <a:p>
            <a:pPr algn="ctr"/>
            <a:r>
              <a:rPr lang="en-IN" sz="2400" dirty="0" err="1"/>
              <a:t>customers.customer_id</a:t>
            </a:r>
            <a:r>
              <a:rPr lang="en-IN" sz="2400" dirty="0"/>
              <a:t>, </a:t>
            </a:r>
          </a:p>
          <a:p>
            <a:pPr algn="ctr"/>
            <a:r>
              <a:rPr lang="en-IN" sz="2400" dirty="0" err="1"/>
              <a:t>full_name</a:t>
            </a:r>
            <a:r>
              <a:rPr lang="en-IN" sz="2400" dirty="0"/>
              <a:t>, </a:t>
            </a:r>
          </a:p>
          <a:p>
            <a:pPr algn="ctr"/>
            <a:r>
              <a:rPr lang="en-IN" sz="2400" dirty="0" err="1"/>
              <a:t>stores.store_name</a:t>
            </a:r>
            <a:r>
              <a:rPr lang="en-IN" sz="2400" dirty="0"/>
              <a:t>;</a:t>
            </a:r>
            <a:endParaRPr lang="en-AE" sz="2400" dirty="0"/>
          </a:p>
        </p:txBody>
      </p:sp>
    </p:spTree>
    <p:extLst>
      <p:ext uri="{BB962C8B-B14F-4D97-AF65-F5344CB8AC3E}">
        <p14:creationId xmlns:p14="http://schemas.microsoft.com/office/powerpoint/2010/main" val="31790658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6E6A56-6AB3-D05E-E8C8-149D662E9EEE}"/>
              </a:ext>
            </a:extLst>
          </p:cNvPr>
          <p:cNvSpPr txBox="1"/>
          <p:nvPr/>
        </p:nvSpPr>
        <p:spPr>
          <a:xfrm>
            <a:off x="1503847" y="712872"/>
            <a:ext cx="9184306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dirty="0"/>
              <a:t>7) </a:t>
            </a:r>
            <a:r>
              <a:rPr lang="en-US" dirty="0">
                <a:solidFill>
                  <a:srgbClr val="FF0000"/>
                </a:solidFill>
              </a:rPr>
              <a:t>Find the names of staff members who have not made any sales.</a:t>
            </a:r>
          </a:p>
          <a:p>
            <a:r>
              <a:rPr lang="en-AE" sz="1800" b="0" dirty="0"/>
              <a:t>Query :</a:t>
            </a:r>
          </a:p>
          <a:p>
            <a:endParaRPr lang="en-AE" sz="1500" b="0" dirty="0"/>
          </a:p>
          <a:p>
            <a:pPr algn="ctr"/>
            <a:r>
              <a:rPr lang="en-US" sz="3600" dirty="0">
                <a:solidFill>
                  <a:schemeClr val="accent6"/>
                </a:solidFill>
              </a:rPr>
              <a:t>select</a:t>
            </a:r>
            <a:r>
              <a:rPr lang="en-US" sz="3600" dirty="0"/>
              <a:t> * </a:t>
            </a:r>
          </a:p>
          <a:p>
            <a:pPr algn="ctr"/>
            <a:r>
              <a:rPr lang="en-US" sz="3600" dirty="0"/>
              <a:t>                       </a:t>
            </a:r>
            <a:r>
              <a:rPr lang="en-US" sz="3600" dirty="0">
                <a:solidFill>
                  <a:schemeClr val="accent6"/>
                </a:solidFill>
              </a:rPr>
              <a:t>from </a:t>
            </a:r>
          </a:p>
          <a:p>
            <a:pPr algn="ctr"/>
            <a:r>
              <a:rPr lang="en-US" sz="3600" dirty="0"/>
              <a:t>Staffs </a:t>
            </a:r>
          </a:p>
          <a:p>
            <a:pPr algn="ctr"/>
            <a:r>
              <a:rPr lang="en-US" sz="3600" dirty="0">
                <a:solidFill>
                  <a:schemeClr val="accent6"/>
                </a:solidFill>
              </a:rPr>
              <a:t>where</a:t>
            </a:r>
            <a:r>
              <a:rPr lang="en-US" sz="3600" dirty="0"/>
              <a:t> </a:t>
            </a:r>
            <a:r>
              <a:rPr lang="en-US" sz="3600" dirty="0" err="1"/>
              <a:t>staff_id</a:t>
            </a:r>
            <a:r>
              <a:rPr lang="en-US" sz="3600" dirty="0"/>
              <a:t> </a:t>
            </a:r>
            <a:r>
              <a:rPr lang="en-US" sz="3600" dirty="0">
                <a:solidFill>
                  <a:schemeClr val="accent6"/>
                </a:solidFill>
              </a:rPr>
              <a:t>not in </a:t>
            </a:r>
            <a:r>
              <a:rPr lang="en-US" sz="3600" dirty="0"/>
              <a:t>(</a:t>
            </a:r>
          </a:p>
          <a:p>
            <a:pPr algn="ctr"/>
            <a:r>
              <a:rPr lang="en-US" sz="3600" dirty="0"/>
              <a:t>           </a:t>
            </a:r>
            <a:r>
              <a:rPr lang="en-US" sz="3600" dirty="0">
                <a:solidFill>
                  <a:schemeClr val="accent6"/>
                </a:solidFill>
              </a:rPr>
              <a:t>select</a:t>
            </a:r>
            <a:r>
              <a:rPr lang="en-US" sz="3600" dirty="0"/>
              <a:t> </a:t>
            </a:r>
            <a:r>
              <a:rPr lang="en-US" sz="3600" dirty="0" err="1"/>
              <a:t>staff_id</a:t>
            </a:r>
            <a:r>
              <a:rPr lang="en-US" sz="3600" dirty="0"/>
              <a:t> </a:t>
            </a:r>
          </a:p>
          <a:p>
            <a:pPr algn="ctr"/>
            <a:r>
              <a:rPr lang="en-US" sz="3600" dirty="0">
                <a:solidFill>
                  <a:schemeClr val="accent6"/>
                </a:solidFill>
              </a:rPr>
              <a:t>from</a:t>
            </a:r>
            <a:r>
              <a:rPr lang="en-US" sz="3600" dirty="0"/>
              <a:t> </a:t>
            </a:r>
          </a:p>
          <a:p>
            <a:pPr algn="ctr"/>
            <a:r>
              <a:rPr lang="en-US" sz="3600" dirty="0"/>
              <a:t>                            orders);</a:t>
            </a:r>
            <a:endParaRPr lang="en-AE" sz="3600" dirty="0"/>
          </a:p>
        </p:txBody>
      </p:sp>
    </p:spTree>
    <p:extLst>
      <p:ext uri="{BB962C8B-B14F-4D97-AF65-F5344CB8AC3E}">
        <p14:creationId xmlns:p14="http://schemas.microsoft.com/office/powerpoint/2010/main" val="2677538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B5118-AA52-A772-38EC-E253B3C9FAD0}"/>
              </a:ext>
            </a:extLst>
          </p:cNvPr>
          <p:cNvSpPr txBox="1"/>
          <p:nvPr/>
        </p:nvSpPr>
        <p:spPr>
          <a:xfrm>
            <a:off x="2065961" y="351234"/>
            <a:ext cx="8060077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dirty="0"/>
              <a:t>8) </a:t>
            </a:r>
            <a:r>
              <a:rPr lang="en-US" dirty="0">
                <a:solidFill>
                  <a:srgbClr val="FF0000"/>
                </a:solidFill>
              </a:rPr>
              <a:t>Find the top 3 most sold products in terms of quantity.</a:t>
            </a:r>
          </a:p>
          <a:p>
            <a:r>
              <a:rPr lang="en-AE" sz="1800" b="0" dirty="0"/>
              <a:t>Query :</a:t>
            </a:r>
          </a:p>
          <a:p>
            <a:endParaRPr lang="en-AE" sz="1500" b="0" dirty="0"/>
          </a:p>
          <a:p>
            <a:pPr algn="ctr"/>
            <a:r>
              <a:rPr lang="en-IN" sz="3200" dirty="0">
                <a:solidFill>
                  <a:schemeClr val="accent6"/>
                </a:solidFill>
              </a:rPr>
              <a:t>select</a:t>
            </a:r>
            <a:r>
              <a:rPr lang="en-IN" sz="3200" dirty="0"/>
              <a:t> </a:t>
            </a:r>
            <a:r>
              <a:rPr lang="en-IN" sz="3200" dirty="0" err="1"/>
              <a:t>products.product_name</a:t>
            </a:r>
            <a:r>
              <a:rPr lang="en-IN" sz="3200" dirty="0"/>
              <a:t>, </a:t>
            </a:r>
          </a:p>
          <a:p>
            <a:pPr algn="ctr"/>
            <a:r>
              <a:rPr lang="en-IN" sz="3200" dirty="0" err="1"/>
              <a:t>products.product_id</a:t>
            </a:r>
            <a:r>
              <a:rPr lang="en-IN" sz="3200" dirty="0"/>
              <a:t>, </a:t>
            </a:r>
          </a:p>
          <a:p>
            <a:pPr algn="ctr"/>
            <a:r>
              <a:rPr lang="en-IN" sz="3200" dirty="0"/>
              <a:t>sum(</a:t>
            </a:r>
            <a:r>
              <a:rPr lang="en-IN" sz="3200" dirty="0" err="1"/>
              <a:t>order_items.quantity</a:t>
            </a:r>
            <a:r>
              <a:rPr lang="en-IN" sz="3200" dirty="0"/>
              <a:t>) </a:t>
            </a:r>
            <a:r>
              <a:rPr lang="en-IN" sz="3200" dirty="0">
                <a:solidFill>
                  <a:schemeClr val="accent6"/>
                </a:solidFill>
              </a:rPr>
              <a:t>as </a:t>
            </a:r>
            <a:r>
              <a:rPr lang="en-IN" sz="3200" dirty="0" err="1"/>
              <a:t>sold_quantity</a:t>
            </a:r>
            <a:r>
              <a:rPr lang="en-IN" sz="3200" dirty="0"/>
              <a:t> </a:t>
            </a:r>
          </a:p>
          <a:p>
            <a:pPr algn="ctr"/>
            <a:r>
              <a:rPr lang="en-IN" sz="3200" dirty="0">
                <a:solidFill>
                  <a:schemeClr val="accent6"/>
                </a:solidFill>
              </a:rPr>
              <a:t>from </a:t>
            </a:r>
          </a:p>
          <a:p>
            <a:pPr algn="ctr"/>
            <a:r>
              <a:rPr lang="en-IN" sz="3200" dirty="0"/>
              <a:t>products </a:t>
            </a:r>
          </a:p>
          <a:p>
            <a:pPr algn="ctr"/>
            <a:r>
              <a:rPr lang="en-IN" sz="3200" dirty="0">
                <a:solidFill>
                  <a:schemeClr val="accent6"/>
                </a:solidFill>
              </a:rPr>
              <a:t>join</a:t>
            </a:r>
            <a:r>
              <a:rPr lang="en-IN" sz="3200" dirty="0"/>
              <a:t> </a:t>
            </a:r>
            <a:r>
              <a:rPr lang="en-IN" sz="3200" dirty="0" err="1"/>
              <a:t>order_items</a:t>
            </a:r>
            <a:r>
              <a:rPr lang="en-IN" sz="3200" dirty="0"/>
              <a:t> </a:t>
            </a:r>
            <a:r>
              <a:rPr lang="en-IN" sz="3200" dirty="0">
                <a:solidFill>
                  <a:schemeClr val="accent6"/>
                </a:solidFill>
              </a:rPr>
              <a:t>using</a:t>
            </a:r>
            <a:r>
              <a:rPr lang="en-IN" sz="3200" dirty="0"/>
              <a:t>(</a:t>
            </a:r>
            <a:r>
              <a:rPr lang="en-IN" sz="3200" dirty="0" err="1"/>
              <a:t>product_ID</a:t>
            </a:r>
            <a:r>
              <a:rPr lang="en-IN" sz="3200" dirty="0"/>
              <a:t>)</a:t>
            </a:r>
          </a:p>
          <a:p>
            <a:pPr algn="ctr"/>
            <a:r>
              <a:rPr lang="en-IN" sz="3200" dirty="0">
                <a:solidFill>
                  <a:schemeClr val="accent6"/>
                </a:solidFill>
              </a:rPr>
              <a:t>group by </a:t>
            </a:r>
          </a:p>
          <a:p>
            <a:pPr algn="ctr"/>
            <a:r>
              <a:rPr lang="en-IN" sz="3200" dirty="0" err="1"/>
              <a:t>products.product_id</a:t>
            </a:r>
            <a:endParaRPr lang="en-IN" sz="3200" dirty="0"/>
          </a:p>
          <a:p>
            <a:pPr algn="ctr"/>
            <a:r>
              <a:rPr lang="en-IN" sz="3200" dirty="0">
                <a:solidFill>
                  <a:schemeClr val="accent6"/>
                </a:solidFill>
              </a:rPr>
              <a:t>order by </a:t>
            </a:r>
            <a:r>
              <a:rPr lang="en-IN" sz="3200" dirty="0" err="1"/>
              <a:t>sold_quantity</a:t>
            </a:r>
            <a:r>
              <a:rPr lang="en-IN" sz="3200" dirty="0"/>
              <a:t> </a:t>
            </a:r>
            <a:r>
              <a:rPr lang="en-IN" sz="3200" dirty="0" err="1">
                <a:solidFill>
                  <a:schemeClr val="accent6"/>
                </a:solidFill>
              </a:rPr>
              <a:t>desc</a:t>
            </a:r>
            <a:r>
              <a:rPr lang="en-IN" sz="3200" dirty="0">
                <a:solidFill>
                  <a:schemeClr val="accent6"/>
                </a:solidFill>
              </a:rPr>
              <a:t> </a:t>
            </a:r>
          </a:p>
          <a:p>
            <a:pPr algn="ctr"/>
            <a:r>
              <a:rPr lang="en-IN" sz="3200" dirty="0">
                <a:solidFill>
                  <a:schemeClr val="accent6"/>
                </a:solidFill>
              </a:rPr>
              <a:t>limit</a:t>
            </a:r>
            <a:r>
              <a:rPr lang="en-IN" sz="3200" dirty="0"/>
              <a:t> 3;</a:t>
            </a:r>
            <a:endParaRPr lang="en-AE" sz="3200" dirty="0"/>
          </a:p>
          <a:p>
            <a:endParaRPr lang="en-AE" sz="1500" b="0" dirty="0"/>
          </a:p>
        </p:txBody>
      </p:sp>
    </p:spTree>
    <p:extLst>
      <p:ext uri="{BB962C8B-B14F-4D97-AF65-F5344CB8AC3E}">
        <p14:creationId xmlns:p14="http://schemas.microsoft.com/office/powerpoint/2010/main" val="5341920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ABDED1-400E-D452-AD59-4D4C6FA51D46}"/>
              </a:ext>
            </a:extLst>
          </p:cNvPr>
          <p:cNvSpPr txBox="1"/>
          <p:nvPr/>
        </p:nvSpPr>
        <p:spPr>
          <a:xfrm>
            <a:off x="2231632" y="712872"/>
            <a:ext cx="7728735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dirty="0"/>
              <a:t>9</a:t>
            </a:r>
            <a:r>
              <a:rPr lang="en-US" dirty="0">
                <a:solidFill>
                  <a:srgbClr val="FF0000"/>
                </a:solidFill>
              </a:rPr>
              <a:t>) Find the median value of the price list. </a:t>
            </a:r>
          </a:p>
          <a:p>
            <a:r>
              <a:rPr lang="en-AE" sz="1800" b="0" dirty="0"/>
              <a:t>Query :</a:t>
            </a:r>
          </a:p>
          <a:p>
            <a:endParaRPr lang="en-AE" sz="1500" b="0" dirty="0"/>
          </a:p>
          <a:p>
            <a:pPr algn="ctr"/>
            <a:r>
              <a:rPr lang="en-US" sz="2400" dirty="0">
                <a:solidFill>
                  <a:schemeClr val="accent6"/>
                </a:solidFill>
              </a:rPr>
              <a:t>With</a:t>
            </a:r>
            <a:r>
              <a:rPr lang="en-US" sz="2400" dirty="0"/>
              <a:t> a </a:t>
            </a:r>
            <a:r>
              <a:rPr lang="en-US" sz="2400" dirty="0">
                <a:solidFill>
                  <a:schemeClr val="accent6"/>
                </a:solidFill>
              </a:rPr>
              <a:t>as</a:t>
            </a:r>
            <a:r>
              <a:rPr lang="en-US" sz="2400" dirty="0"/>
              <a:t>(</a:t>
            </a:r>
          </a:p>
          <a:p>
            <a:pPr algn="ctr"/>
            <a:r>
              <a:rPr lang="en-US" sz="2400" dirty="0">
                <a:solidFill>
                  <a:schemeClr val="accent6"/>
                </a:solidFill>
              </a:rPr>
              <a:t>select</a:t>
            </a:r>
            <a:r>
              <a:rPr lang="en-US" sz="2400" dirty="0"/>
              <a:t> </a:t>
            </a:r>
            <a:r>
              <a:rPr lang="en-US" sz="2400" dirty="0" err="1"/>
              <a:t>list_price</a:t>
            </a:r>
            <a:r>
              <a:rPr lang="en-US" sz="2400" dirty="0"/>
              <a:t>, </a:t>
            </a:r>
          </a:p>
          <a:p>
            <a:pPr algn="ctr"/>
            <a:r>
              <a:rPr lang="en-US" sz="2400" dirty="0" err="1">
                <a:solidFill>
                  <a:schemeClr val="accent6"/>
                </a:solidFill>
              </a:rPr>
              <a:t>row_number</a:t>
            </a:r>
            <a:r>
              <a:rPr lang="en-US" sz="2400" dirty="0"/>
              <a:t>() </a:t>
            </a:r>
            <a:r>
              <a:rPr lang="en-US" sz="2400" dirty="0">
                <a:solidFill>
                  <a:schemeClr val="accent6"/>
                </a:solidFill>
              </a:rPr>
              <a:t>over</a:t>
            </a:r>
            <a:r>
              <a:rPr lang="en-US" sz="2400" dirty="0"/>
              <a:t>(</a:t>
            </a:r>
          </a:p>
          <a:p>
            <a:pPr algn="ctr"/>
            <a:r>
              <a:rPr lang="en-US" sz="2400" dirty="0">
                <a:solidFill>
                  <a:schemeClr val="accent6"/>
                </a:solidFill>
              </a:rPr>
              <a:t>order by </a:t>
            </a:r>
            <a:r>
              <a:rPr lang="en-US" sz="2400" dirty="0" err="1"/>
              <a:t>list_price</a:t>
            </a:r>
            <a:r>
              <a:rPr lang="en-US" sz="2400" dirty="0"/>
              <a:t>) </a:t>
            </a:r>
          </a:p>
          <a:p>
            <a:pPr algn="ctr"/>
            <a:r>
              <a:rPr lang="en-US" sz="2400" dirty="0"/>
              <a:t>POS, count(*) </a:t>
            </a:r>
            <a:r>
              <a:rPr lang="en-US" sz="2400" dirty="0">
                <a:solidFill>
                  <a:schemeClr val="accent6"/>
                </a:solidFill>
              </a:rPr>
              <a:t>over</a:t>
            </a:r>
            <a:r>
              <a:rPr lang="en-US" sz="2400" dirty="0"/>
              <a:t>() n </a:t>
            </a:r>
            <a:r>
              <a:rPr lang="en-US" sz="2400" dirty="0">
                <a:solidFill>
                  <a:schemeClr val="accent6"/>
                </a:solidFill>
              </a:rPr>
              <a:t>from </a:t>
            </a:r>
            <a:r>
              <a:rPr lang="en-US" sz="2400" dirty="0" err="1"/>
              <a:t>order_items</a:t>
            </a:r>
            <a:r>
              <a:rPr lang="en-US" sz="2400" dirty="0"/>
              <a:t>)</a:t>
            </a:r>
          </a:p>
          <a:p>
            <a:pPr algn="ctr"/>
            <a:r>
              <a:rPr lang="en-US" sz="2400" dirty="0">
                <a:solidFill>
                  <a:schemeClr val="accent6"/>
                </a:solidFill>
              </a:rPr>
              <a:t>select</a:t>
            </a:r>
            <a:r>
              <a:rPr lang="en-US" sz="2400" dirty="0"/>
              <a:t> </a:t>
            </a:r>
          </a:p>
          <a:p>
            <a:pPr algn="ctr"/>
            <a:r>
              <a:rPr lang="en-US" sz="2400" dirty="0">
                <a:solidFill>
                  <a:schemeClr val="accent6"/>
                </a:solidFill>
              </a:rPr>
              <a:t>case when </a:t>
            </a:r>
            <a:r>
              <a:rPr lang="en-US" sz="2400" dirty="0"/>
              <a:t>n % 2 = 0 </a:t>
            </a:r>
            <a:r>
              <a:rPr lang="en-US" sz="2400" dirty="0">
                <a:solidFill>
                  <a:schemeClr val="accent6"/>
                </a:solidFill>
              </a:rPr>
              <a:t>then</a:t>
            </a:r>
            <a:r>
              <a:rPr lang="en-US" sz="2400" dirty="0"/>
              <a:t> (</a:t>
            </a:r>
          </a:p>
          <a:p>
            <a:pPr algn="ctr"/>
            <a:r>
              <a:rPr lang="en-US" sz="2400" dirty="0">
                <a:solidFill>
                  <a:schemeClr val="accent6"/>
                </a:solidFill>
              </a:rPr>
              <a:t>select avg</a:t>
            </a:r>
            <a:r>
              <a:rPr lang="en-US" sz="2400" dirty="0"/>
              <a:t>(</a:t>
            </a:r>
            <a:r>
              <a:rPr lang="en-US" sz="2400" dirty="0" err="1"/>
              <a:t>list_price</a:t>
            </a:r>
            <a:r>
              <a:rPr lang="en-US" sz="2400" dirty="0"/>
              <a:t>) </a:t>
            </a:r>
            <a:r>
              <a:rPr lang="en-US" sz="2400" dirty="0">
                <a:solidFill>
                  <a:schemeClr val="accent6"/>
                </a:solidFill>
              </a:rPr>
              <a:t>from </a:t>
            </a:r>
            <a:r>
              <a:rPr lang="en-US" sz="2400" dirty="0"/>
              <a:t>a </a:t>
            </a:r>
            <a:r>
              <a:rPr lang="en-US" sz="2400" dirty="0">
                <a:solidFill>
                  <a:schemeClr val="accent6"/>
                </a:solidFill>
              </a:rPr>
              <a:t>where</a:t>
            </a:r>
            <a:r>
              <a:rPr lang="en-US" sz="2400" dirty="0"/>
              <a:t> pos </a:t>
            </a:r>
            <a:r>
              <a:rPr lang="en-US" sz="2400" dirty="0">
                <a:solidFill>
                  <a:schemeClr val="accent6"/>
                </a:solidFill>
              </a:rPr>
              <a:t>in</a:t>
            </a:r>
            <a:r>
              <a:rPr lang="en-US" sz="2400" dirty="0"/>
              <a:t> ((n/2), (n/2)+1))</a:t>
            </a:r>
            <a:r>
              <a:rPr lang="en-US" sz="2400" dirty="0">
                <a:solidFill>
                  <a:schemeClr val="accent6"/>
                </a:solidFill>
              </a:rPr>
              <a:t>else</a:t>
            </a:r>
            <a:r>
              <a:rPr lang="en-US" sz="2400" dirty="0"/>
              <a:t> (</a:t>
            </a:r>
          </a:p>
          <a:p>
            <a:pPr algn="ctr"/>
            <a:r>
              <a:rPr lang="en-US" sz="2400" dirty="0">
                <a:solidFill>
                  <a:schemeClr val="accent6"/>
                </a:solidFill>
              </a:rPr>
              <a:t>select</a:t>
            </a:r>
            <a:r>
              <a:rPr lang="en-US" sz="2400" dirty="0"/>
              <a:t> </a:t>
            </a:r>
            <a:r>
              <a:rPr lang="en-US" sz="2400" dirty="0" err="1"/>
              <a:t>list_price</a:t>
            </a:r>
            <a:r>
              <a:rPr lang="en-US" sz="2400" dirty="0"/>
              <a:t> </a:t>
            </a:r>
          </a:p>
          <a:p>
            <a:pPr algn="ctr"/>
            <a:r>
              <a:rPr lang="en-US" sz="2400" dirty="0">
                <a:solidFill>
                  <a:schemeClr val="accent6"/>
                </a:solidFill>
              </a:rPr>
              <a:t>from</a:t>
            </a:r>
            <a:r>
              <a:rPr lang="en-US" sz="2400" dirty="0"/>
              <a:t> a </a:t>
            </a:r>
          </a:p>
          <a:p>
            <a:pPr algn="ctr"/>
            <a:r>
              <a:rPr lang="en-US" sz="2400" dirty="0">
                <a:solidFill>
                  <a:schemeClr val="accent6"/>
                </a:solidFill>
              </a:rPr>
              <a:t>where</a:t>
            </a:r>
            <a:r>
              <a:rPr lang="en-US" sz="2400" dirty="0"/>
              <a:t> pos = (n+1)/2) </a:t>
            </a:r>
            <a:r>
              <a:rPr lang="en-US" sz="2400" dirty="0">
                <a:solidFill>
                  <a:schemeClr val="accent6"/>
                </a:solidFill>
              </a:rPr>
              <a:t>end as </a:t>
            </a:r>
            <a:r>
              <a:rPr lang="en-US" sz="2400" dirty="0"/>
              <a:t>median </a:t>
            </a:r>
            <a:r>
              <a:rPr lang="en-US" sz="2400" dirty="0">
                <a:solidFill>
                  <a:schemeClr val="accent6"/>
                </a:solidFill>
              </a:rPr>
              <a:t>from</a:t>
            </a:r>
            <a:r>
              <a:rPr lang="en-US" sz="2400" dirty="0"/>
              <a:t> a </a:t>
            </a:r>
            <a:r>
              <a:rPr lang="en-US" sz="2400" dirty="0">
                <a:solidFill>
                  <a:schemeClr val="accent6"/>
                </a:solidFill>
              </a:rPr>
              <a:t>limit</a:t>
            </a:r>
            <a:r>
              <a:rPr lang="en-US" sz="2400" dirty="0"/>
              <a:t> 1;</a:t>
            </a:r>
            <a:endParaRPr lang="en-AE" sz="2400" dirty="0"/>
          </a:p>
        </p:txBody>
      </p:sp>
    </p:spTree>
    <p:extLst>
      <p:ext uri="{BB962C8B-B14F-4D97-AF65-F5344CB8AC3E}">
        <p14:creationId xmlns:p14="http://schemas.microsoft.com/office/powerpoint/2010/main" val="20666423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E60AF2-220A-056F-7DE6-2CB1333A3B88}"/>
              </a:ext>
            </a:extLst>
          </p:cNvPr>
          <p:cNvSpPr txBox="1"/>
          <p:nvPr/>
        </p:nvSpPr>
        <p:spPr>
          <a:xfrm>
            <a:off x="2265344" y="335845"/>
            <a:ext cx="766131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dirty="0"/>
              <a:t>10) </a:t>
            </a:r>
            <a:r>
              <a:rPr lang="en-US" dirty="0">
                <a:solidFill>
                  <a:srgbClr val="FF0000"/>
                </a:solidFill>
              </a:rPr>
              <a:t>List all products that have never been ordered.(use Exists)</a:t>
            </a:r>
          </a:p>
          <a:p>
            <a:r>
              <a:rPr lang="en-AE" sz="1800" b="0" dirty="0"/>
              <a:t>Query :</a:t>
            </a:r>
          </a:p>
          <a:p>
            <a:endParaRPr lang="en-AE" sz="3200" b="0" dirty="0"/>
          </a:p>
          <a:p>
            <a:pPr algn="ctr"/>
            <a:r>
              <a:rPr lang="en-US" sz="3200" dirty="0">
                <a:solidFill>
                  <a:schemeClr val="accent6"/>
                </a:solidFill>
              </a:rPr>
              <a:t>select</a:t>
            </a:r>
            <a:r>
              <a:rPr lang="en-US" sz="3200" dirty="0"/>
              <a:t> </a:t>
            </a:r>
            <a:r>
              <a:rPr lang="en-US" sz="3200" dirty="0" err="1"/>
              <a:t>product_Id</a:t>
            </a:r>
            <a:r>
              <a:rPr lang="en-US" sz="3200" dirty="0"/>
              <a:t>, </a:t>
            </a:r>
          </a:p>
          <a:p>
            <a:pPr algn="ctr"/>
            <a:r>
              <a:rPr lang="en-US" sz="3200" dirty="0" err="1"/>
              <a:t>product_name</a:t>
            </a:r>
            <a:r>
              <a:rPr lang="en-US" sz="3200" dirty="0"/>
              <a:t> </a:t>
            </a:r>
          </a:p>
          <a:p>
            <a:pPr algn="ctr"/>
            <a:r>
              <a:rPr lang="en-US" sz="3200" dirty="0">
                <a:solidFill>
                  <a:schemeClr val="accent6"/>
                </a:solidFill>
              </a:rPr>
              <a:t>from </a:t>
            </a:r>
          </a:p>
          <a:p>
            <a:pPr algn="ctr"/>
            <a:r>
              <a:rPr lang="en-US" sz="3200" dirty="0"/>
              <a:t>products</a:t>
            </a:r>
          </a:p>
          <a:p>
            <a:pPr algn="ctr"/>
            <a:r>
              <a:rPr lang="en-US" sz="3200" dirty="0">
                <a:solidFill>
                  <a:schemeClr val="accent6"/>
                </a:solidFill>
              </a:rPr>
              <a:t>where not exists </a:t>
            </a:r>
            <a:r>
              <a:rPr lang="en-US" sz="3200" dirty="0"/>
              <a:t>(</a:t>
            </a:r>
          </a:p>
          <a:p>
            <a:pPr algn="ctr"/>
            <a:r>
              <a:rPr lang="en-US" sz="3200" dirty="0">
                <a:solidFill>
                  <a:schemeClr val="accent6"/>
                </a:solidFill>
              </a:rPr>
              <a:t>select </a:t>
            </a:r>
            <a:r>
              <a:rPr lang="en-US" sz="3200" dirty="0" err="1"/>
              <a:t>product_ID</a:t>
            </a:r>
            <a:r>
              <a:rPr lang="en-US" sz="3200" dirty="0"/>
              <a:t> </a:t>
            </a:r>
          </a:p>
          <a:p>
            <a:pPr algn="ctr"/>
            <a:r>
              <a:rPr lang="en-US" sz="3200" dirty="0">
                <a:solidFill>
                  <a:schemeClr val="accent6"/>
                </a:solidFill>
              </a:rPr>
              <a:t>from </a:t>
            </a:r>
          </a:p>
          <a:p>
            <a:pPr algn="ctr"/>
            <a:r>
              <a:rPr lang="en-US" sz="3200" dirty="0" err="1"/>
              <a:t>order_items</a:t>
            </a:r>
            <a:endParaRPr lang="en-US" sz="3200" dirty="0"/>
          </a:p>
          <a:p>
            <a:pPr algn="ctr"/>
            <a:r>
              <a:rPr lang="en-US" sz="3200" dirty="0">
                <a:solidFill>
                  <a:schemeClr val="accent6"/>
                </a:solidFill>
              </a:rPr>
              <a:t>where</a:t>
            </a:r>
            <a:r>
              <a:rPr lang="en-US" sz="3200" dirty="0"/>
              <a:t> </a:t>
            </a:r>
            <a:r>
              <a:rPr lang="en-US" sz="3200" dirty="0" err="1"/>
              <a:t>products.product_id</a:t>
            </a:r>
            <a:r>
              <a:rPr lang="en-US" sz="3200" dirty="0"/>
              <a:t> = </a:t>
            </a:r>
            <a:r>
              <a:rPr lang="en-US" sz="3200" dirty="0" err="1"/>
              <a:t>order_items.product_id</a:t>
            </a:r>
            <a:r>
              <a:rPr lang="en-US" sz="3200" dirty="0"/>
              <a:t>);</a:t>
            </a:r>
            <a:endParaRPr lang="en-AE" sz="3200" dirty="0"/>
          </a:p>
        </p:txBody>
      </p:sp>
    </p:spTree>
    <p:extLst>
      <p:ext uri="{BB962C8B-B14F-4D97-AF65-F5344CB8AC3E}">
        <p14:creationId xmlns:p14="http://schemas.microsoft.com/office/powerpoint/2010/main" val="7509414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CAF459-1E5C-A7EB-7C44-455D41EE6EE6}"/>
              </a:ext>
            </a:extLst>
          </p:cNvPr>
          <p:cNvSpPr txBox="1"/>
          <p:nvPr/>
        </p:nvSpPr>
        <p:spPr>
          <a:xfrm>
            <a:off x="1688386" y="582067"/>
            <a:ext cx="881522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dirty="0"/>
              <a:t>11) </a:t>
            </a:r>
            <a:r>
              <a:rPr lang="en-US" dirty="0">
                <a:solidFill>
                  <a:srgbClr val="FF0000"/>
                </a:solidFill>
              </a:rPr>
              <a:t>List the names of staff members who have made more sales than the average number of sales by all staff members.</a:t>
            </a:r>
          </a:p>
          <a:p>
            <a:r>
              <a:rPr lang="en-AE" sz="1800" b="0" dirty="0"/>
              <a:t>Query </a:t>
            </a:r>
            <a:r>
              <a:rPr lang="en-AE" b="0" dirty="0"/>
              <a:t>:</a:t>
            </a:r>
            <a:r>
              <a:rPr lang="en-US" dirty="0"/>
              <a:t>                                                              </a:t>
            </a:r>
            <a:r>
              <a:rPr lang="en-US" b="0" dirty="0">
                <a:solidFill>
                  <a:schemeClr val="accent6"/>
                </a:solidFill>
              </a:rPr>
              <a:t>With</a:t>
            </a:r>
            <a:r>
              <a:rPr lang="en-US" b="0" dirty="0"/>
              <a:t> a </a:t>
            </a:r>
            <a:r>
              <a:rPr lang="en-US" b="0" dirty="0">
                <a:solidFill>
                  <a:schemeClr val="accent6"/>
                </a:solidFill>
              </a:rPr>
              <a:t>as</a:t>
            </a:r>
            <a:r>
              <a:rPr lang="en-US" b="0" dirty="0"/>
              <a:t>(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select</a:t>
            </a:r>
            <a:r>
              <a:rPr lang="en-US" b="0" dirty="0"/>
              <a:t> </a:t>
            </a:r>
            <a:r>
              <a:rPr lang="en-US" b="0" dirty="0" err="1"/>
              <a:t>staffs.staff_id</a:t>
            </a:r>
            <a:r>
              <a:rPr lang="en-US" b="0" dirty="0"/>
              <a:t>, </a:t>
            </a:r>
          </a:p>
          <a:p>
            <a:pPr algn="ctr"/>
            <a:r>
              <a:rPr lang="en-US" b="0" dirty="0" err="1"/>
              <a:t>concat</a:t>
            </a:r>
            <a:r>
              <a:rPr lang="en-US" b="0" dirty="0"/>
              <a:t>(</a:t>
            </a:r>
            <a:r>
              <a:rPr lang="en-US" b="0" dirty="0" err="1"/>
              <a:t>staffs.first_name</a:t>
            </a:r>
            <a:r>
              <a:rPr lang="en-US" b="0" dirty="0"/>
              <a:t>, </a:t>
            </a:r>
            <a:r>
              <a:rPr lang="en-US" b="0" dirty="0" err="1"/>
              <a:t>staffs.last_name</a:t>
            </a:r>
            <a:r>
              <a:rPr lang="en-US" b="0" dirty="0"/>
              <a:t>) as </a:t>
            </a:r>
            <a:r>
              <a:rPr lang="en-US" b="0" dirty="0" err="1"/>
              <a:t>full_name</a:t>
            </a:r>
            <a:r>
              <a:rPr lang="en-US" b="0" dirty="0"/>
              <a:t>,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coalesce</a:t>
            </a:r>
            <a:r>
              <a:rPr lang="en-US" b="0" dirty="0"/>
              <a:t>(sum(</a:t>
            </a:r>
            <a:r>
              <a:rPr lang="en-US" b="0" dirty="0" err="1"/>
              <a:t>order_items.quantity</a:t>
            </a:r>
            <a:r>
              <a:rPr lang="en-US" b="0" dirty="0"/>
              <a:t> * </a:t>
            </a:r>
            <a:r>
              <a:rPr lang="en-US" b="0" dirty="0" err="1"/>
              <a:t>order_items.list_price</a:t>
            </a:r>
            <a:r>
              <a:rPr lang="en-US" b="0" dirty="0"/>
              <a:t>),0) </a:t>
            </a:r>
            <a:r>
              <a:rPr lang="en-US" b="0" dirty="0">
                <a:solidFill>
                  <a:schemeClr val="accent6"/>
                </a:solidFill>
              </a:rPr>
              <a:t>as</a:t>
            </a:r>
            <a:r>
              <a:rPr lang="en-US" b="0" dirty="0"/>
              <a:t> sales 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from </a:t>
            </a:r>
          </a:p>
          <a:p>
            <a:pPr algn="ctr"/>
            <a:r>
              <a:rPr lang="en-US" b="0" dirty="0"/>
              <a:t>staffs 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left join </a:t>
            </a:r>
            <a:r>
              <a:rPr lang="en-US" b="0" dirty="0"/>
              <a:t>orders </a:t>
            </a:r>
            <a:r>
              <a:rPr lang="en-US" b="0" dirty="0">
                <a:solidFill>
                  <a:schemeClr val="accent6"/>
                </a:solidFill>
              </a:rPr>
              <a:t>using</a:t>
            </a:r>
            <a:r>
              <a:rPr lang="en-US" b="0" dirty="0"/>
              <a:t>(</a:t>
            </a:r>
            <a:r>
              <a:rPr lang="en-US" b="0" dirty="0" err="1"/>
              <a:t>staff_ID</a:t>
            </a:r>
            <a:r>
              <a:rPr lang="en-US" b="0" dirty="0"/>
              <a:t>) 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left join </a:t>
            </a:r>
            <a:r>
              <a:rPr lang="en-US" b="0" dirty="0" err="1"/>
              <a:t>order_items</a:t>
            </a:r>
            <a:r>
              <a:rPr lang="en-US" b="0" dirty="0"/>
              <a:t> </a:t>
            </a:r>
            <a:r>
              <a:rPr lang="en-US" b="0" dirty="0">
                <a:solidFill>
                  <a:schemeClr val="accent6"/>
                </a:solidFill>
              </a:rPr>
              <a:t>using</a:t>
            </a:r>
            <a:r>
              <a:rPr lang="en-US" b="0" dirty="0"/>
              <a:t>(</a:t>
            </a:r>
            <a:r>
              <a:rPr lang="en-US" b="0" dirty="0" err="1"/>
              <a:t>order_ID</a:t>
            </a:r>
            <a:r>
              <a:rPr lang="en-US" b="0" dirty="0"/>
              <a:t>)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group by </a:t>
            </a:r>
          </a:p>
          <a:p>
            <a:pPr algn="ctr"/>
            <a:r>
              <a:rPr lang="en-US" b="0" dirty="0" err="1"/>
              <a:t>staffs.staff_id</a:t>
            </a:r>
            <a:r>
              <a:rPr lang="en-US" b="0" dirty="0"/>
              <a:t>, </a:t>
            </a:r>
          </a:p>
          <a:p>
            <a:pPr algn="ctr"/>
            <a:r>
              <a:rPr lang="en-US" b="0" dirty="0" err="1"/>
              <a:t>full_name</a:t>
            </a:r>
            <a:r>
              <a:rPr lang="en-US" b="0" dirty="0"/>
              <a:t>)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select</a:t>
            </a:r>
            <a:r>
              <a:rPr lang="en-US" b="0" dirty="0"/>
              <a:t> * 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from</a:t>
            </a:r>
            <a:r>
              <a:rPr lang="en-US" b="0" dirty="0"/>
              <a:t> a 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where</a:t>
            </a:r>
            <a:r>
              <a:rPr lang="en-US" b="0" dirty="0"/>
              <a:t> sales &gt; (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select avg</a:t>
            </a:r>
            <a:r>
              <a:rPr lang="en-US" b="0" dirty="0"/>
              <a:t>(sales) </a:t>
            </a:r>
          </a:p>
          <a:p>
            <a:pPr algn="ctr"/>
            <a:r>
              <a:rPr lang="en-US" b="0" dirty="0">
                <a:solidFill>
                  <a:schemeClr val="accent6"/>
                </a:solidFill>
              </a:rPr>
              <a:t>from</a:t>
            </a:r>
            <a:r>
              <a:rPr lang="en-US" b="0" dirty="0"/>
              <a:t> a);</a:t>
            </a:r>
            <a:endParaRPr lang="en-AE" b="0" dirty="0"/>
          </a:p>
        </p:txBody>
      </p:sp>
    </p:spTree>
    <p:extLst>
      <p:ext uri="{BB962C8B-B14F-4D97-AF65-F5344CB8AC3E}">
        <p14:creationId xmlns:p14="http://schemas.microsoft.com/office/powerpoint/2010/main" val="19671976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C3EFB0-8995-0334-DE05-B6E75AF507FE}"/>
              </a:ext>
            </a:extLst>
          </p:cNvPr>
          <p:cNvSpPr txBox="1"/>
          <p:nvPr/>
        </p:nvSpPr>
        <p:spPr>
          <a:xfrm>
            <a:off x="2265344" y="74235"/>
            <a:ext cx="7661311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dirty="0"/>
              <a:t>12) </a:t>
            </a:r>
            <a:r>
              <a:rPr lang="en-US" dirty="0">
                <a:solidFill>
                  <a:srgbClr val="FF0000"/>
                </a:solidFill>
              </a:rPr>
              <a:t>Identify the customers who have ordered all types of products (i.e., from every category).</a:t>
            </a:r>
          </a:p>
          <a:p>
            <a:r>
              <a:rPr lang="en-AE" sz="1800" b="0" dirty="0"/>
              <a:t>Query :</a:t>
            </a:r>
          </a:p>
          <a:p>
            <a:endParaRPr lang="en-AE" sz="1500" b="0" dirty="0"/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select</a:t>
            </a:r>
            <a:r>
              <a:rPr lang="en-IN" sz="2400" dirty="0"/>
              <a:t> </a:t>
            </a:r>
            <a:r>
              <a:rPr lang="en-IN" sz="2400" dirty="0" err="1"/>
              <a:t>customers.customer_id</a:t>
            </a:r>
            <a:r>
              <a:rPr lang="en-IN" sz="2400" dirty="0"/>
              <a:t>, </a:t>
            </a:r>
          </a:p>
          <a:p>
            <a:pPr algn="ctr"/>
            <a:r>
              <a:rPr lang="en-IN" sz="2400" dirty="0" err="1"/>
              <a:t>concat</a:t>
            </a:r>
            <a:r>
              <a:rPr lang="en-IN" sz="2400" dirty="0"/>
              <a:t>(</a:t>
            </a:r>
            <a:r>
              <a:rPr lang="en-IN" sz="2400" dirty="0" err="1"/>
              <a:t>customers.first_name</a:t>
            </a:r>
            <a:r>
              <a:rPr lang="en-IN" sz="2400" dirty="0"/>
              <a:t>, </a:t>
            </a:r>
            <a:r>
              <a:rPr lang="en-IN" sz="2400" dirty="0" err="1"/>
              <a:t>customers.last_name</a:t>
            </a:r>
            <a:r>
              <a:rPr lang="en-IN" sz="2400" dirty="0"/>
              <a:t>) </a:t>
            </a:r>
            <a:r>
              <a:rPr lang="en-IN" sz="2400" dirty="0">
                <a:solidFill>
                  <a:schemeClr val="accent6"/>
                </a:solidFill>
              </a:rPr>
              <a:t>as</a:t>
            </a:r>
            <a:r>
              <a:rPr lang="en-IN" sz="2400" dirty="0"/>
              <a:t> </a:t>
            </a:r>
            <a:r>
              <a:rPr lang="en-IN" sz="2400" dirty="0" err="1"/>
              <a:t>full_name</a:t>
            </a:r>
            <a:r>
              <a:rPr lang="en-IN" sz="2400" dirty="0"/>
              <a:t>,</a:t>
            </a:r>
          </a:p>
          <a:p>
            <a:pPr algn="ctr"/>
            <a:r>
              <a:rPr lang="en-IN" sz="2400" dirty="0"/>
              <a:t>count(</a:t>
            </a:r>
            <a:r>
              <a:rPr lang="en-IN" sz="2400" dirty="0" err="1"/>
              <a:t>products.category_id</a:t>
            </a:r>
            <a:r>
              <a:rPr lang="en-IN" sz="2400" dirty="0"/>
              <a:t>) as unique category</a:t>
            </a:r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from </a:t>
            </a:r>
          </a:p>
          <a:p>
            <a:pPr algn="ctr"/>
            <a:r>
              <a:rPr lang="en-IN" sz="2400" dirty="0"/>
              <a:t>customers </a:t>
            </a:r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join</a:t>
            </a:r>
            <a:r>
              <a:rPr lang="en-IN" sz="2400" dirty="0"/>
              <a:t> orders </a:t>
            </a:r>
            <a:r>
              <a:rPr lang="en-IN" sz="2400" dirty="0">
                <a:solidFill>
                  <a:schemeClr val="accent6"/>
                </a:solidFill>
              </a:rPr>
              <a:t>using</a:t>
            </a:r>
            <a:r>
              <a:rPr lang="en-IN" sz="2400" dirty="0"/>
              <a:t>(</a:t>
            </a:r>
            <a:r>
              <a:rPr lang="en-IN" sz="2400" dirty="0" err="1"/>
              <a:t>customer_ID</a:t>
            </a:r>
            <a:r>
              <a:rPr lang="en-IN" sz="2400" dirty="0"/>
              <a:t>) </a:t>
            </a:r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join</a:t>
            </a:r>
            <a:r>
              <a:rPr lang="en-IN" sz="2400" dirty="0"/>
              <a:t> </a:t>
            </a:r>
            <a:r>
              <a:rPr lang="en-IN" sz="2400" dirty="0" err="1"/>
              <a:t>order_items</a:t>
            </a:r>
            <a:r>
              <a:rPr lang="en-IN" sz="2400" dirty="0"/>
              <a:t> </a:t>
            </a:r>
            <a:r>
              <a:rPr lang="en-IN" sz="2400" dirty="0">
                <a:solidFill>
                  <a:schemeClr val="accent6"/>
                </a:solidFill>
              </a:rPr>
              <a:t>using</a:t>
            </a:r>
            <a:r>
              <a:rPr lang="en-IN" sz="2400" dirty="0"/>
              <a:t>(</a:t>
            </a:r>
            <a:r>
              <a:rPr lang="en-IN" sz="2400" dirty="0" err="1"/>
              <a:t>order_ID</a:t>
            </a:r>
            <a:r>
              <a:rPr lang="en-IN" sz="2400" dirty="0"/>
              <a:t>) </a:t>
            </a:r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join </a:t>
            </a:r>
            <a:r>
              <a:rPr lang="en-IN" sz="2400" dirty="0"/>
              <a:t>products </a:t>
            </a:r>
            <a:r>
              <a:rPr lang="en-IN" sz="2400" dirty="0">
                <a:solidFill>
                  <a:schemeClr val="accent6"/>
                </a:solidFill>
              </a:rPr>
              <a:t>using</a:t>
            </a:r>
            <a:r>
              <a:rPr lang="en-IN" sz="2400" dirty="0"/>
              <a:t>(</a:t>
            </a:r>
            <a:r>
              <a:rPr lang="en-IN" sz="2400" dirty="0" err="1"/>
              <a:t>product_ID</a:t>
            </a:r>
            <a:r>
              <a:rPr lang="en-IN" sz="2400" dirty="0"/>
              <a:t>)</a:t>
            </a:r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group by </a:t>
            </a:r>
          </a:p>
          <a:p>
            <a:pPr algn="ctr"/>
            <a:r>
              <a:rPr lang="en-IN" sz="2400" dirty="0" err="1"/>
              <a:t>customers.customer_id</a:t>
            </a:r>
            <a:endParaRPr lang="en-IN" sz="2400" dirty="0"/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having count</a:t>
            </a:r>
            <a:r>
              <a:rPr lang="en-IN" sz="2400" dirty="0"/>
              <a:t>(</a:t>
            </a:r>
            <a:r>
              <a:rPr lang="en-IN" sz="2400" dirty="0">
                <a:solidFill>
                  <a:schemeClr val="accent6"/>
                </a:solidFill>
              </a:rPr>
              <a:t>distinct</a:t>
            </a:r>
            <a:r>
              <a:rPr lang="en-IN" sz="2400" dirty="0"/>
              <a:t> </a:t>
            </a:r>
            <a:r>
              <a:rPr lang="en-IN" sz="2400" dirty="0" err="1"/>
              <a:t>products.category_id</a:t>
            </a:r>
            <a:r>
              <a:rPr lang="en-IN" sz="2400" dirty="0"/>
              <a:t>) = (</a:t>
            </a:r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select</a:t>
            </a:r>
            <a:r>
              <a:rPr lang="en-IN" sz="2400" dirty="0"/>
              <a:t> count(</a:t>
            </a:r>
            <a:r>
              <a:rPr lang="en-IN" sz="2400" dirty="0" err="1"/>
              <a:t>category_id</a:t>
            </a:r>
            <a:r>
              <a:rPr lang="en-IN" sz="2400" dirty="0"/>
              <a:t>)</a:t>
            </a:r>
          </a:p>
          <a:p>
            <a:pPr algn="ctr"/>
            <a:r>
              <a:rPr lang="en-IN" sz="2400" dirty="0">
                <a:solidFill>
                  <a:schemeClr val="accent6"/>
                </a:solidFill>
              </a:rPr>
              <a:t>from</a:t>
            </a:r>
            <a:r>
              <a:rPr lang="en-IN" sz="2400" dirty="0"/>
              <a:t> categories);</a:t>
            </a:r>
            <a:endParaRPr lang="en-AE" sz="2400" dirty="0"/>
          </a:p>
          <a:p>
            <a:endParaRPr lang="en-AE" sz="1500" b="0" dirty="0"/>
          </a:p>
        </p:txBody>
      </p:sp>
    </p:spTree>
    <p:extLst>
      <p:ext uri="{BB962C8B-B14F-4D97-AF65-F5344CB8AC3E}">
        <p14:creationId xmlns:p14="http://schemas.microsoft.com/office/powerpoint/2010/main" val="3736619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D633BF-C66C-66BD-076C-8E782CB56F7C}"/>
              </a:ext>
            </a:extLst>
          </p:cNvPr>
          <p:cNvSpPr txBox="1"/>
          <p:nvPr/>
        </p:nvSpPr>
        <p:spPr>
          <a:xfrm>
            <a:off x="3756752" y="2820318"/>
            <a:ext cx="3646583" cy="1009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5400" b="1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4019D928-35D1-A650-4886-2638E3683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4048" y="2062110"/>
            <a:ext cx="2733780" cy="273378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3667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935</TotalTime>
  <Words>1368</Words>
  <Application>Microsoft Office PowerPoint</Application>
  <PresentationFormat>Widescreen</PresentationFormat>
  <Paragraphs>196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Celestial</vt:lpstr>
      <vt:lpstr>PowerPoint Presentation</vt:lpstr>
      <vt:lpstr>PowerPoint Presentation</vt:lpstr>
      <vt:lpstr>PowerPoint Presentation</vt:lpstr>
      <vt:lpstr> FINANCIAL OVERVIEW</vt:lpstr>
      <vt:lpstr>MARKETING STRATEGY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Kinjal Gohil</dc:creator>
  <cp:lastModifiedBy>Kinjal Gohil</cp:lastModifiedBy>
  <cp:revision>1</cp:revision>
  <dcterms:created xsi:type="dcterms:W3CDTF">2025-08-06T13:52:08Z</dcterms:created>
  <dcterms:modified xsi:type="dcterms:W3CDTF">2025-09-15T14:41:31Z</dcterms:modified>
</cp:coreProperties>
</file>